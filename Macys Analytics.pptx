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9" r:id="rId7"/>
    <p:sldId id="261" r:id="rId8"/>
    <p:sldId id="262" r:id="rId9"/>
    <p:sldId id="263" r:id="rId10"/>
    <p:sldId id="264" r:id="rId11"/>
    <p:sldId id="265" r:id="rId12"/>
    <p:sldId id="267" r:id="rId13"/>
    <p:sldId id="268" r:id="rId14"/>
    <p:sldId id="266" r:id="rId15"/>
    <p:sldId id="275" r:id="rId16"/>
    <p:sldId id="272" r:id="rId17"/>
    <p:sldId id="271" r:id="rId18"/>
    <p:sldId id="270"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3126"/>
    <a:srgbClr val="FF39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CE3A05-C47A-461B-A85D-1D49E4B3F680}" v="835" dt="2022-11-30T22:14:04.543"/>
    <p1510:client id="{443D6C00-0BF4-4C0C-B899-9E07617F3B05}" v="165" dt="2022-11-30T22:44:32.315"/>
    <p1510:client id="{5055F62C-5E5C-4A6F-B6A2-BDAFD6FEA603}" v="300" dt="2022-11-30T21:10:46.876"/>
    <p1510:client id="{5117B455-C688-44DE-8045-E0328EE55515}" v="5" dt="2022-11-30T21:58:21.408"/>
    <p1510:client id="{625CF57E-00B7-A245-486A-08C5E6AB4A1D}" v="1000" dt="2022-11-30T21:48:44.875"/>
    <p1510:client id="{6B04491E-E8DA-41EC-B687-10D4E4382F62}" v="23" dt="2022-11-30T21:04:51.383"/>
    <p1510:client id="{8762F02A-4A29-4995-8312-D24752C214FF}" v="22" dt="2022-11-30T21:40:56.128"/>
    <p1510:client id="{89C6915F-B369-48F7-ADF3-9479CA1EB0F4}" v="225" dt="2022-11-30T16:23:14.679"/>
    <p1510:client id="{A185F2D8-35DA-4255-B0F8-1E724A487293}" v="86" dt="2022-11-30T21:03:06.479"/>
    <p1510:client id="{DEBD4221-D77F-45FC-A6D2-49BBDD7966FF}" v="4" dt="2022-11-30T22:49:48.5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883"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bhare, Charulata Devendra" userId="S::cdr210001@utdallas.edu::c1d1d82d-95be-443a-9315-36da6299cb93" providerId="AD" clId="Web-{6B04491E-E8DA-41EC-B687-10D4E4382F62}"/>
    <pc:docChg chg="modSld">
      <pc:chgData name="Ranbhare, Charulata Devendra" userId="S::cdr210001@utdallas.edu::c1d1d82d-95be-443a-9315-36da6299cb93" providerId="AD" clId="Web-{6B04491E-E8DA-41EC-B687-10D4E4382F62}" dt="2022-11-30T21:04:51.383" v="22" actId="20577"/>
      <pc:docMkLst>
        <pc:docMk/>
      </pc:docMkLst>
      <pc:sldChg chg="modSp">
        <pc:chgData name="Ranbhare, Charulata Devendra" userId="S::cdr210001@utdallas.edu::c1d1d82d-95be-443a-9315-36da6299cb93" providerId="AD" clId="Web-{6B04491E-E8DA-41EC-B687-10D4E4382F62}" dt="2022-11-30T21:04:51.383" v="22" actId="20577"/>
        <pc:sldMkLst>
          <pc:docMk/>
          <pc:sldMk cId="1357597026" sldId="270"/>
        </pc:sldMkLst>
        <pc:spChg chg="mod">
          <ac:chgData name="Ranbhare, Charulata Devendra" userId="S::cdr210001@utdallas.edu::c1d1d82d-95be-443a-9315-36da6299cb93" providerId="AD" clId="Web-{6B04491E-E8DA-41EC-B687-10D4E4382F62}" dt="2022-11-30T21:04:51.383" v="22" actId="20577"/>
          <ac:spMkLst>
            <pc:docMk/>
            <pc:sldMk cId="1357597026" sldId="270"/>
            <ac:spMk id="6" creationId="{8D493BF3-AF76-F042-025B-90E0BB134660}"/>
          </ac:spMkLst>
        </pc:spChg>
      </pc:sldChg>
    </pc:docChg>
  </pc:docChgLst>
  <pc:docChgLst>
    <pc:chgData name="Ranbhare, Charulata Devendra" userId="S::cdr210001@utdallas.edu::c1d1d82d-95be-443a-9315-36da6299cb93" providerId="AD" clId="Web-{DEBD4221-D77F-45FC-A6D2-49BBDD7966FF}"/>
    <pc:docChg chg="modSld">
      <pc:chgData name="Ranbhare, Charulata Devendra" userId="S::cdr210001@utdallas.edu::c1d1d82d-95be-443a-9315-36da6299cb93" providerId="AD" clId="Web-{DEBD4221-D77F-45FC-A6D2-49BBDD7966FF}" dt="2022-11-30T22:49:47.414" v="0" actId="20577"/>
      <pc:docMkLst>
        <pc:docMk/>
      </pc:docMkLst>
      <pc:sldChg chg="modSp">
        <pc:chgData name="Ranbhare, Charulata Devendra" userId="S::cdr210001@utdallas.edu::c1d1d82d-95be-443a-9315-36da6299cb93" providerId="AD" clId="Web-{DEBD4221-D77F-45FC-A6D2-49BBDD7966FF}" dt="2022-11-30T22:49:47.414" v="0" actId="20577"/>
        <pc:sldMkLst>
          <pc:docMk/>
          <pc:sldMk cId="1726579696" sldId="256"/>
        </pc:sldMkLst>
        <pc:spChg chg="mod">
          <ac:chgData name="Ranbhare, Charulata Devendra" userId="S::cdr210001@utdallas.edu::c1d1d82d-95be-443a-9315-36da6299cb93" providerId="AD" clId="Web-{DEBD4221-D77F-45FC-A6D2-49BBDD7966FF}" dt="2022-11-30T22:49:47.414" v="0" actId="20577"/>
          <ac:spMkLst>
            <pc:docMk/>
            <pc:sldMk cId="1726579696" sldId="256"/>
            <ac:spMk id="5" creationId="{209E487C-974E-1008-1B89-DE3853198D2D}"/>
          </ac:spMkLst>
        </pc:spChg>
      </pc:sldChg>
    </pc:docChg>
  </pc:docChgLst>
  <pc:docChgLst>
    <pc:chgData name="Gaikwad, Aishwarya Dilip" userId="S::adg210000@utdallas.edu::2c2bbb32-5ea3-4c6a-9cd7-b5b2e4434382" providerId="AD" clId="Web-{5117B455-C688-44DE-8045-E0328EE55515}"/>
    <pc:docChg chg="modSld sldOrd">
      <pc:chgData name="Gaikwad, Aishwarya Dilip" userId="S::adg210000@utdallas.edu::2c2bbb32-5ea3-4c6a-9cd7-b5b2e4434382" providerId="AD" clId="Web-{5117B455-C688-44DE-8045-E0328EE55515}" dt="2022-11-30T21:58:21.408" v="4" actId="20577"/>
      <pc:docMkLst>
        <pc:docMk/>
      </pc:docMkLst>
      <pc:sldChg chg="modSp">
        <pc:chgData name="Gaikwad, Aishwarya Dilip" userId="S::adg210000@utdallas.edu::2c2bbb32-5ea3-4c6a-9cd7-b5b2e4434382" providerId="AD" clId="Web-{5117B455-C688-44DE-8045-E0328EE55515}" dt="2022-11-30T21:58:21.408" v="4" actId="20577"/>
        <pc:sldMkLst>
          <pc:docMk/>
          <pc:sldMk cId="1357597026" sldId="270"/>
        </pc:sldMkLst>
        <pc:spChg chg="mod">
          <ac:chgData name="Gaikwad, Aishwarya Dilip" userId="S::adg210000@utdallas.edu::2c2bbb32-5ea3-4c6a-9cd7-b5b2e4434382" providerId="AD" clId="Web-{5117B455-C688-44DE-8045-E0328EE55515}" dt="2022-11-30T21:58:21.408" v="4" actId="20577"/>
          <ac:spMkLst>
            <pc:docMk/>
            <pc:sldMk cId="1357597026" sldId="270"/>
            <ac:spMk id="6" creationId="{8D493BF3-AF76-F042-025B-90E0BB134660}"/>
          </ac:spMkLst>
        </pc:spChg>
      </pc:sldChg>
      <pc:sldChg chg="ord">
        <pc:chgData name="Gaikwad, Aishwarya Dilip" userId="S::adg210000@utdallas.edu::2c2bbb32-5ea3-4c6a-9cd7-b5b2e4434382" providerId="AD" clId="Web-{5117B455-C688-44DE-8045-E0328EE55515}" dt="2022-11-30T21:47:51.714" v="3"/>
        <pc:sldMkLst>
          <pc:docMk/>
          <pc:sldMk cId="4077839478" sldId="272"/>
        </pc:sldMkLst>
      </pc:sldChg>
    </pc:docChg>
  </pc:docChgLst>
  <pc:docChgLst>
    <pc:chgData name="More, Rajnandini Y" userId="S::rym190001@utdallas.edu::9899970a-5ff0-4940-b307-8d96a7eadcb1" providerId="AD" clId="Web-{89C6915F-B369-48F7-ADF3-9479CA1EB0F4}"/>
    <pc:docChg chg="modSld">
      <pc:chgData name="More, Rajnandini Y" userId="S::rym190001@utdallas.edu::9899970a-5ff0-4940-b307-8d96a7eadcb1" providerId="AD" clId="Web-{89C6915F-B369-48F7-ADF3-9479CA1EB0F4}" dt="2022-11-30T16:23:14.679" v="123" actId="20577"/>
      <pc:docMkLst>
        <pc:docMk/>
      </pc:docMkLst>
      <pc:sldChg chg="addSp modSp">
        <pc:chgData name="More, Rajnandini Y" userId="S::rym190001@utdallas.edu::9899970a-5ff0-4940-b307-8d96a7eadcb1" providerId="AD" clId="Web-{89C6915F-B369-48F7-ADF3-9479CA1EB0F4}" dt="2022-11-30T16:23:14.679" v="123" actId="20577"/>
        <pc:sldMkLst>
          <pc:docMk/>
          <pc:sldMk cId="4077839478" sldId="272"/>
        </pc:sldMkLst>
        <pc:spChg chg="add mod">
          <ac:chgData name="More, Rajnandini Y" userId="S::rym190001@utdallas.edu::9899970a-5ff0-4940-b307-8d96a7eadcb1" providerId="AD" clId="Web-{89C6915F-B369-48F7-ADF3-9479CA1EB0F4}" dt="2022-11-30T16:23:14.679" v="123" actId="20577"/>
          <ac:spMkLst>
            <pc:docMk/>
            <pc:sldMk cId="4077839478" sldId="272"/>
            <ac:spMk id="5" creationId="{BAC31A07-02F6-4F91-603C-D08FE0076F2F}"/>
          </ac:spMkLst>
        </pc:spChg>
      </pc:sldChg>
    </pc:docChg>
  </pc:docChgLst>
  <pc:docChgLst>
    <pc:chgData name="Ranbhare, Charulata Devendra" userId="S::cdr210001@utdallas.edu::c1d1d82d-95be-443a-9315-36da6299cb93" providerId="AD" clId="Web-{A185F2D8-35DA-4255-B0F8-1E724A487293}"/>
    <pc:docChg chg="modSld">
      <pc:chgData name="Ranbhare, Charulata Devendra" userId="S::cdr210001@utdallas.edu::c1d1d82d-95be-443a-9315-36da6299cb93" providerId="AD" clId="Web-{A185F2D8-35DA-4255-B0F8-1E724A487293}" dt="2022-11-30T21:03:06.479" v="81" actId="20577"/>
      <pc:docMkLst>
        <pc:docMk/>
      </pc:docMkLst>
      <pc:sldChg chg="modSp">
        <pc:chgData name="Ranbhare, Charulata Devendra" userId="S::cdr210001@utdallas.edu::c1d1d82d-95be-443a-9315-36da6299cb93" providerId="AD" clId="Web-{A185F2D8-35DA-4255-B0F8-1E724A487293}" dt="2022-11-30T20:52:29.894" v="10" actId="1076"/>
        <pc:sldMkLst>
          <pc:docMk/>
          <pc:sldMk cId="3919213630" sldId="264"/>
        </pc:sldMkLst>
        <pc:picChg chg="mod">
          <ac:chgData name="Ranbhare, Charulata Devendra" userId="S::cdr210001@utdallas.edu::c1d1d82d-95be-443a-9315-36da6299cb93" providerId="AD" clId="Web-{A185F2D8-35DA-4255-B0F8-1E724A487293}" dt="2022-11-30T20:52:29.894" v="10" actId="1076"/>
          <ac:picMkLst>
            <pc:docMk/>
            <pc:sldMk cId="3919213630" sldId="264"/>
            <ac:picMk id="4098" creationId="{C4C7C3B2-A0BA-98EE-1E43-0EEB8FF88753}"/>
          </ac:picMkLst>
        </pc:picChg>
      </pc:sldChg>
      <pc:sldChg chg="addSp delSp modSp mod modClrScheme chgLayout">
        <pc:chgData name="Ranbhare, Charulata Devendra" userId="S::cdr210001@utdallas.edu::c1d1d82d-95be-443a-9315-36da6299cb93" providerId="AD" clId="Web-{A185F2D8-35DA-4255-B0F8-1E724A487293}" dt="2022-11-30T21:03:06.479" v="81" actId="20577"/>
        <pc:sldMkLst>
          <pc:docMk/>
          <pc:sldMk cId="1357597026" sldId="270"/>
        </pc:sldMkLst>
        <pc:spChg chg="add del mod ord">
          <ac:chgData name="Ranbhare, Charulata Devendra" userId="S::cdr210001@utdallas.edu::c1d1d82d-95be-443a-9315-36da6299cb93" providerId="AD" clId="Web-{A185F2D8-35DA-4255-B0F8-1E724A487293}" dt="2022-11-30T20:24:23.008" v="8"/>
          <ac:spMkLst>
            <pc:docMk/>
            <pc:sldMk cId="1357597026" sldId="270"/>
            <ac:spMk id="5" creationId="{0D2DEC36-9983-FB0A-C39D-858E47C558AA}"/>
          </ac:spMkLst>
        </pc:spChg>
        <pc:spChg chg="add mod ord">
          <ac:chgData name="Ranbhare, Charulata Devendra" userId="S::cdr210001@utdallas.edu::c1d1d82d-95be-443a-9315-36da6299cb93" providerId="AD" clId="Web-{A185F2D8-35DA-4255-B0F8-1E724A487293}" dt="2022-11-30T21:03:06.479" v="81" actId="20577"/>
          <ac:spMkLst>
            <pc:docMk/>
            <pc:sldMk cId="1357597026" sldId="270"/>
            <ac:spMk id="6" creationId="{8D493BF3-AF76-F042-025B-90E0BB134660}"/>
          </ac:spMkLst>
        </pc:spChg>
      </pc:sldChg>
      <pc:sldChg chg="modSp">
        <pc:chgData name="Ranbhare, Charulata Devendra" userId="S::cdr210001@utdallas.edu::c1d1d82d-95be-443a-9315-36da6299cb93" providerId="AD" clId="Web-{A185F2D8-35DA-4255-B0F8-1E724A487293}" dt="2022-11-30T20:23:53.836" v="5" actId="20577"/>
        <pc:sldMkLst>
          <pc:docMk/>
          <pc:sldMk cId="1020409622" sldId="271"/>
        </pc:sldMkLst>
        <pc:spChg chg="mod">
          <ac:chgData name="Ranbhare, Charulata Devendra" userId="S::cdr210001@utdallas.edu::c1d1d82d-95be-443a-9315-36da6299cb93" providerId="AD" clId="Web-{A185F2D8-35DA-4255-B0F8-1E724A487293}" dt="2022-11-30T20:23:53.836" v="5" actId="20577"/>
          <ac:spMkLst>
            <pc:docMk/>
            <pc:sldMk cId="1020409622" sldId="271"/>
            <ac:spMk id="5" creationId="{4E655AB0-A869-9D1A-1BDB-657BDBE8FF8E}"/>
          </ac:spMkLst>
        </pc:spChg>
      </pc:sldChg>
    </pc:docChg>
  </pc:docChgLst>
  <pc:docChgLst>
    <pc:chgData name="Du, Lin" userId="492322da-fde5-4245-94b1-a7188b08b233" providerId="ADAL" clId="{8762F02A-4A29-4995-8312-D24752C214FF}"/>
    <pc:docChg chg="custSel modSld sldOrd">
      <pc:chgData name="Du, Lin" userId="492322da-fde5-4245-94b1-a7188b08b233" providerId="ADAL" clId="{8762F02A-4A29-4995-8312-D24752C214FF}" dt="2022-11-30T21:40:56.128" v="24"/>
      <pc:docMkLst>
        <pc:docMk/>
      </pc:docMkLst>
      <pc:sldChg chg="addSp delSp modSp mod">
        <pc:chgData name="Du, Lin" userId="492322da-fde5-4245-94b1-a7188b08b233" providerId="ADAL" clId="{8762F02A-4A29-4995-8312-D24752C214FF}" dt="2022-11-30T21:36:11.197" v="18" actId="478"/>
        <pc:sldMkLst>
          <pc:docMk/>
          <pc:sldMk cId="944082293" sldId="263"/>
        </pc:sldMkLst>
        <pc:spChg chg="add del mod">
          <ac:chgData name="Du, Lin" userId="492322da-fde5-4245-94b1-a7188b08b233" providerId="ADAL" clId="{8762F02A-4A29-4995-8312-D24752C214FF}" dt="2022-11-30T21:36:11.197" v="18" actId="478"/>
          <ac:spMkLst>
            <pc:docMk/>
            <pc:sldMk cId="944082293" sldId="263"/>
            <ac:spMk id="5" creationId="{EF41039A-5D98-C901-A2A8-6EE726684803}"/>
          </ac:spMkLst>
        </pc:spChg>
      </pc:sldChg>
      <pc:sldChg chg="addSp delSp modSp">
        <pc:chgData name="Du, Lin" userId="492322da-fde5-4245-94b1-a7188b08b233" providerId="ADAL" clId="{8762F02A-4A29-4995-8312-D24752C214FF}" dt="2022-11-30T21:02:46.984" v="6" actId="478"/>
        <pc:sldMkLst>
          <pc:docMk/>
          <pc:sldMk cId="3919213630" sldId="264"/>
        </pc:sldMkLst>
        <pc:picChg chg="add del mod">
          <ac:chgData name="Du, Lin" userId="492322da-fde5-4245-94b1-a7188b08b233" providerId="ADAL" clId="{8762F02A-4A29-4995-8312-D24752C214FF}" dt="2022-11-30T21:02:46.984" v="6" actId="478"/>
          <ac:picMkLst>
            <pc:docMk/>
            <pc:sldMk cId="3919213630" sldId="264"/>
            <ac:picMk id="3" creationId="{1B5C8BD8-BAA0-89C0-ABAC-1A33EB8E8648}"/>
          </ac:picMkLst>
        </pc:picChg>
      </pc:sldChg>
      <pc:sldChg chg="addSp delSp modSp mod">
        <pc:chgData name="Du, Lin" userId="492322da-fde5-4245-94b1-a7188b08b233" providerId="ADAL" clId="{8762F02A-4A29-4995-8312-D24752C214FF}" dt="2022-11-30T21:30:53.876" v="15" actId="1076"/>
        <pc:sldMkLst>
          <pc:docMk/>
          <pc:sldMk cId="873407650" sldId="265"/>
        </pc:sldMkLst>
        <pc:picChg chg="add mod">
          <ac:chgData name="Du, Lin" userId="492322da-fde5-4245-94b1-a7188b08b233" providerId="ADAL" clId="{8762F02A-4A29-4995-8312-D24752C214FF}" dt="2022-11-30T21:30:22.464" v="10" actId="1076"/>
          <ac:picMkLst>
            <pc:docMk/>
            <pc:sldMk cId="873407650" sldId="265"/>
            <ac:picMk id="6" creationId="{4C4E9513-17D5-0FB5-E95F-13A61617B6ED}"/>
          </ac:picMkLst>
        </pc:picChg>
        <pc:picChg chg="add mod">
          <ac:chgData name="Du, Lin" userId="492322da-fde5-4245-94b1-a7188b08b233" providerId="ADAL" clId="{8762F02A-4A29-4995-8312-D24752C214FF}" dt="2022-11-30T21:30:53.876" v="15" actId="1076"/>
          <ac:picMkLst>
            <pc:docMk/>
            <pc:sldMk cId="873407650" sldId="265"/>
            <ac:picMk id="8" creationId="{AB3DB907-2D32-E849-FF24-EA656B5BCCA4}"/>
          </ac:picMkLst>
        </pc:picChg>
        <pc:picChg chg="del">
          <ac:chgData name="Du, Lin" userId="492322da-fde5-4245-94b1-a7188b08b233" providerId="ADAL" clId="{8762F02A-4A29-4995-8312-D24752C214FF}" dt="2022-11-30T21:30:05.370" v="7" actId="478"/>
          <ac:picMkLst>
            <pc:docMk/>
            <pc:sldMk cId="873407650" sldId="265"/>
            <ac:picMk id="8194" creationId="{DC6BD3B3-1929-03BE-68C4-D452E40E0980}"/>
          </ac:picMkLst>
        </pc:picChg>
      </pc:sldChg>
      <pc:sldChg chg="ord">
        <pc:chgData name="Du, Lin" userId="492322da-fde5-4245-94b1-a7188b08b233" providerId="ADAL" clId="{8762F02A-4A29-4995-8312-D24752C214FF}" dt="2022-11-30T21:40:52.736" v="22"/>
        <pc:sldMkLst>
          <pc:docMk/>
          <pc:sldMk cId="1357597026" sldId="270"/>
        </pc:sldMkLst>
      </pc:sldChg>
      <pc:sldChg chg="ord">
        <pc:chgData name="Du, Lin" userId="492322da-fde5-4245-94b1-a7188b08b233" providerId="ADAL" clId="{8762F02A-4A29-4995-8312-D24752C214FF}" dt="2022-11-30T21:40:56.128" v="24"/>
        <pc:sldMkLst>
          <pc:docMk/>
          <pc:sldMk cId="1020409622" sldId="271"/>
        </pc:sldMkLst>
      </pc:sldChg>
    </pc:docChg>
  </pc:docChgLst>
  <pc:docChgLst>
    <pc:chgData name="Bhingarde, Parth Milind" userId="ea043d19-8f03-4c5c-a5b4-ff903cba7da7" providerId="ADAL" clId="{19CE3A05-C47A-461B-A85D-1D49E4B3F680}"/>
    <pc:docChg chg="undo custSel modSld sldOrd">
      <pc:chgData name="Bhingarde, Parth Milind" userId="ea043d19-8f03-4c5c-a5b4-ff903cba7da7" providerId="ADAL" clId="{19CE3A05-C47A-461B-A85D-1D49E4B3F680}" dt="2022-11-30T22:14:04.543" v="834" actId="1076"/>
      <pc:docMkLst>
        <pc:docMk/>
      </pc:docMkLst>
      <pc:sldChg chg="ord">
        <pc:chgData name="Bhingarde, Parth Milind" userId="ea043d19-8f03-4c5c-a5b4-ff903cba7da7" providerId="ADAL" clId="{19CE3A05-C47A-461B-A85D-1D49E4B3F680}" dt="2022-11-30T22:09:15.249" v="666"/>
        <pc:sldMkLst>
          <pc:docMk/>
          <pc:sldMk cId="717698092" sldId="261"/>
        </pc:sldMkLst>
      </pc:sldChg>
      <pc:sldChg chg="addSp modSp mod modNotesTx">
        <pc:chgData name="Bhingarde, Parth Milind" userId="ea043d19-8f03-4c5c-a5b4-ff903cba7da7" providerId="ADAL" clId="{19CE3A05-C47A-461B-A85D-1D49E4B3F680}" dt="2022-11-30T22:12:53.482" v="830" actId="20577"/>
        <pc:sldMkLst>
          <pc:docMk/>
          <pc:sldMk cId="180223393" sldId="262"/>
        </pc:sldMkLst>
        <pc:spChg chg="add mod">
          <ac:chgData name="Bhingarde, Parth Milind" userId="ea043d19-8f03-4c5c-a5b4-ff903cba7da7" providerId="ADAL" clId="{19CE3A05-C47A-461B-A85D-1D49E4B3F680}" dt="2022-11-30T22:12:53.482" v="830" actId="20577"/>
          <ac:spMkLst>
            <pc:docMk/>
            <pc:sldMk cId="180223393" sldId="262"/>
            <ac:spMk id="8" creationId="{FAAD50CA-8134-1D78-3551-F019A8F1FE88}"/>
          </ac:spMkLst>
        </pc:spChg>
        <pc:picChg chg="add mod">
          <ac:chgData name="Bhingarde, Parth Milind" userId="ea043d19-8f03-4c5c-a5b4-ff903cba7da7" providerId="ADAL" clId="{19CE3A05-C47A-461B-A85D-1D49E4B3F680}" dt="2022-11-30T19:41:09.168" v="405" actId="1076"/>
          <ac:picMkLst>
            <pc:docMk/>
            <pc:sldMk cId="180223393" sldId="262"/>
            <ac:picMk id="7" creationId="{5E25D146-815A-AC6B-28AB-19E987CEA23F}"/>
          </ac:picMkLst>
        </pc:picChg>
      </pc:sldChg>
      <pc:sldChg chg="modSp mod">
        <pc:chgData name="Bhingarde, Parth Milind" userId="ea043d19-8f03-4c5c-a5b4-ff903cba7da7" providerId="ADAL" clId="{19CE3A05-C47A-461B-A85D-1D49E4B3F680}" dt="2022-11-30T21:48:26.239" v="663" actId="1076"/>
        <pc:sldMkLst>
          <pc:docMk/>
          <pc:sldMk cId="1020409622" sldId="271"/>
        </pc:sldMkLst>
        <pc:spChg chg="mod">
          <ac:chgData name="Bhingarde, Parth Milind" userId="ea043d19-8f03-4c5c-a5b4-ff903cba7da7" providerId="ADAL" clId="{19CE3A05-C47A-461B-A85D-1D49E4B3F680}" dt="2022-11-30T21:48:26.239" v="663" actId="1076"/>
          <ac:spMkLst>
            <pc:docMk/>
            <pc:sldMk cId="1020409622" sldId="271"/>
            <ac:spMk id="2" creationId="{E679FD90-CA41-B71B-BBE5-EE0C883C627B}"/>
          </ac:spMkLst>
        </pc:spChg>
      </pc:sldChg>
      <pc:sldChg chg="modSp mod">
        <pc:chgData name="Bhingarde, Parth Milind" userId="ea043d19-8f03-4c5c-a5b4-ff903cba7da7" providerId="ADAL" clId="{19CE3A05-C47A-461B-A85D-1D49E4B3F680}" dt="2022-11-30T22:14:04.543" v="834" actId="1076"/>
        <pc:sldMkLst>
          <pc:docMk/>
          <pc:sldMk cId="4077839478" sldId="272"/>
        </pc:sldMkLst>
        <pc:spChg chg="mod">
          <ac:chgData name="Bhingarde, Parth Milind" userId="ea043d19-8f03-4c5c-a5b4-ff903cba7da7" providerId="ADAL" clId="{19CE3A05-C47A-461B-A85D-1D49E4B3F680}" dt="2022-11-30T21:48:29.306" v="664" actId="1076"/>
          <ac:spMkLst>
            <pc:docMk/>
            <pc:sldMk cId="4077839478" sldId="272"/>
            <ac:spMk id="2" creationId="{3EA0974F-A810-9193-A503-43BBB59F16E4}"/>
          </ac:spMkLst>
        </pc:spChg>
        <pc:spChg chg="mod">
          <ac:chgData name="Bhingarde, Parth Milind" userId="ea043d19-8f03-4c5c-a5b4-ff903cba7da7" providerId="ADAL" clId="{19CE3A05-C47A-461B-A85D-1D49E4B3F680}" dt="2022-11-30T22:14:04.543" v="834" actId="1076"/>
          <ac:spMkLst>
            <pc:docMk/>
            <pc:sldMk cId="4077839478" sldId="272"/>
            <ac:spMk id="5" creationId="{BAC31A07-02F6-4F91-603C-D08FE0076F2F}"/>
          </ac:spMkLst>
        </pc:spChg>
      </pc:sldChg>
    </pc:docChg>
  </pc:docChgLst>
  <pc:docChgLst>
    <pc:chgData name="Gaikwad, Aishwarya Dilip" userId="S::adg210000@utdallas.edu::2c2bbb32-5ea3-4c6a-9cd7-b5b2e4434382" providerId="AD" clId="Web-{5055F62C-5E5C-4A6F-B6A2-BDAFD6FEA603}"/>
    <pc:docChg chg="addSld delSld modSld">
      <pc:chgData name="Gaikwad, Aishwarya Dilip" userId="S::adg210000@utdallas.edu::2c2bbb32-5ea3-4c6a-9cd7-b5b2e4434382" providerId="AD" clId="Web-{5055F62C-5E5C-4A6F-B6A2-BDAFD6FEA603}" dt="2022-11-30T21:10:46.876" v="165" actId="1076"/>
      <pc:docMkLst>
        <pc:docMk/>
      </pc:docMkLst>
      <pc:sldChg chg="modSp">
        <pc:chgData name="Gaikwad, Aishwarya Dilip" userId="S::adg210000@utdallas.edu::2c2bbb32-5ea3-4c6a-9cd7-b5b2e4434382" providerId="AD" clId="Web-{5055F62C-5E5C-4A6F-B6A2-BDAFD6FEA603}" dt="2022-11-30T21:08:42.388" v="141" actId="1076"/>
        <pc:sldMkLst>
          <pc:docMk/>
          <pc:sldMk cId="3980606075" sldId="266"/>
        </pc:sldMkLst>
        <pc:picChg chg="mod">
          <ac:chgData name="Gaikwad, Aishwarya Dilip" userId="S::adg210000@utdallas.edu::2c2bbb32-5ea3-4c6a-9cd7-b5b2e4434382" providerId="AD" clId="Web-{5055F62C-5E5C-4A6F-B6A2-BDAFD6FEA603}" dt="2022-11-30T21:08:42.388" v="141" actId="1076"/>
          <ac:picMkLst>
            <pc:docMk/>
            <pc:sldMk cId="3980606075" sldId="266"/>
            <ac:picMk id="9218" creationId="{1F1C7DBF-BD38-5DEF-4E54-4D236B211BB2}"/>
          </ac:picMkLst>
        </pc:picChg>
      </pc:sldChg>
      <pc:sldChg chg="addSp delSp modSp">
        <pc:chgData name="Gaikwad, Aishwarya Dilip" userId="S::adg210000@utdallas.edu::2c2bbb32-5ea3-4c6a-9cd7-b5b2e4434382" providerId="AD" clId="Web-{5055F62C-5E5C-4A6F-B6A2-BDAFD6FEA603}" dt="2022-11-30T20:57:06.021" v="38" actId="20577"/>
        <pc:sldMkLst>
          <pc:docMk/>
          <pc:sldMk cId="301253810" sldId="267"/>
        </pc:sldMkLst>
        <pc:spChg chg="mod">
          <ac:chgData name="Gaikwad, Aishwarya Dilip" userId="S::adg210000@utdallas.edu::2c2bbb32-5ea3-4c6a-9cd7-b5b2e4434382" providerId="AD" clId="Web-{5055F62C-5E5C-4A6F-B6A2-BDAFD6FEA603}" dt="2022-11-30T20:57:06.021" v="38" actId="20577"/>
          <ac:spMkLst>
            <pc:docMk/>
            <pc:sldMk cId="301253810" sldId="267"/>
            <ac:spMk id="4" creationId="{E6BEC6CD-78A3-34ED-39C2-5E760AC1DEB0}"/>
          </ac:spMkLst>
        </pc:spChg>
        <pc:picChg chg="add mod">
          <ac:chgData name="Gaikwad, Aishwarya Dilip" userId="S::adg210000@utdallas.edu::2c2bbb32-5ea3-4c6a-9cd7-b5b2e4434382" providerId="AD" clId="Web-{5055F62C-5E5C-4A6F-B6A2-BDAFD6FEA603}" dt="2022-11-30T20:56:28.098" v="6" actId="1076"/>
          <ac:picMkLst>
            <pc:docMk/>
            <pc:sldMk cId="301253810" sldId="267"/>
            <ac:picMk id="5" creationId="{E354AA9A-3136-3CA4-6057-DE24F22BBD95}"/>
          </ac:picMkLst>
        </pc:picChg>
        <pc:picChg chg="del">
          <ac:chgData name="Gaikwad, Aishwarya Dilip" userId="S::adg210000@utdallas.edu::2c2bbb32-5ea3-4c6a-9cd7-b5b2e4434382" providerId="AD" clId="Web-{5055F62C-5E5C-4A6F-B6A2-BDAFD6FEA603}" dt="2022-11-30T20:56:18.207" v="0"/>
          <ac:picMkLst>
            <pc:docMk/>
            <pc:sldMk cId="301253810" sldId="267"/>
            <ac:picMk id="10242" creationId="{4010788D-2FC0-9F43-45C6-73AE44629588}"/>
          </ac:picMkLst>
        </pc:picChg>
      </pc:sldChg>
      <pc:sldChg chg="modSp">
        <pc:chgData name="Gaikwad, Aishwarya Dilip" userId="S::adg210000@utdallas.edu::2c2bbb32-5ea3-4c6a-9cd7-b5b2e4434382" providerId="AD" clId="Web-{5055F62C-5E5C-4A6F-B6A2-BDAFD6FEA603}" dt="2022-11-30T21:07:58.449" v="140" actId="20577"/>
        <pc:sldMkLst>
          <pc:docMk/>
          <pc:sldMk cId="4077839478" sldId="272"/>
        </pc:sldMkLst>
        <pc:spChg chg="mod">
          <ac:chgData name="Gaikwad, Aishwarya Dilip" userId="S::adg210000@utdallas.edu::2c2bbb32-5ea3-4c6a-9cd7-b5b2e4434382" providerId="AD" clId="Web-{5055F62C-5E5C-4A6F-B6A2-BDAFD6FEA603}" dt="2022-11-30T21:07:58.449" v="140" actId="20577"/>
          <ac:spMkLst>
            <pc:docMk/>
            <pc:sldMk cId="4077839478" sldId="272"/>
            <ac:spMk id="5" creationId="{BAC31A07-02F6-4F91-603C-D08FE0076F2F}"/>
          </ac:spMkLst>
        </pc:spChg>
      </pc:sldChg>
      <pc:sldChg chg="new del">
        <pc:chgData name="Gaikwad, Aishwarya Dilip" userId="S::adg210000@utdallas.edu::2c2bbb32-5ea3-4c6a-9cd7-b5b2e4434382" providerId="AD" clId="Web-{5055F62C-5E5C-4A6F-B6A2-BDAFD6FEA603}" dt="2022-11-30T21:09:23.795" v="144"/>
        <pc:sldMkLst>
          <pc:docMk/>
          <pc:sldMk cId="2338950696" sldId="274"/>
        </pc:sldMkLst>
      </pc:sldChg>
      <pc:sldChg chg="addSp delSp modSp add replId">
        <pc:chgData name="Gaikwad, Aishwarya Dilip" userId="S::adg210000@utdallas.edu::2c2bbb32-5ea3-4c6a-9cd7-b5b2e4434382" providerId="AD" clId="Web-{5055F62C-5E5C-4A6F-B6A2-BDAFD6FEA603}" dt="2022-11-30T21:10:46.876" v="165" actId="1076"/>
        <pc:sldMkLst>
          <pc:docMk/>
          <pc:sldMk cId="2782628672" sldId="275"/>
        </pc:sldMkLst>
        <pc:spChg chg="mod">
          <ac:chgData name="Gaikwad, Aishwarya Dilip" userId="S::adg210000@utdallas.edu::2c2bbb32-5ea3-4c6a-9cd7-b5b2e4434382" providerId="AD" clId="Web-{5055F62C-5E5C-4A6F-B6A2-BDAFD6FEA603}" dt="2022-11-30T21:10:46.876" v="165" actId="1076"/>
          <ac:spMkLst>
            <pc:docMk/>
            <pc:sldMk cId="2782628672" sldId="275"/>
            <ac:spMk id="4" creationId="{8F71B5E8-CEEF-BC80-A9AB-296F6BF3D97A}"/>
          </ac:spMkLst>
        </pc:spChg>
        <pc:picChg chg="add mod">
          <ac:chgData name="Gaikwad, Aishwarya Dilip" userId="S::adg210000@utdallas.edu::2c2bbb32-5ea3-4c6a-9cd7-b5b2e4434382" providerId="AD" clId="Web-{5055F62C-5E5C-4A6F-B6A2-BDAFD6FEA603}" dt="2022-11-30T21:10:10.031" v="164" actId="1076"/>
          <ac:picMkLst>
            <pc:docMk/>
            <pc:sldMk cId="2782628672" sldId="275"/>
            <ac:picMk id="5" creationId="{4813F439-4A47-5CBE-3B17-8C663BB47D60}"/>
          </ac:picMkLst>
        </pc:picChg>
        <pc:picChg chg="del">
          <ac:chgData name="Gaikwad, Aishwarya Dilip" userId="S::adg210000@utdallas.edu::2c2bbb32-5ea3-4c6a-9cd7-b5b2e4434382" providerId="AD" clId="Web-{5055F62C-5E5C-4A6F-B6A2-BDAFD6FEA603}" dt="2022-11-30T21:09:39.765" v="159"/>
          <ac:picMkLst>
            <pc:docMk/>
            <pc:sldMk cId="2782628672" sldId="275"/>
            <ac:picMk id="9218" creationId="{1F1C7DBF-BD38-5DEF-4E54-4D236B211BB2}"/>
          </ac:picMkLst>
        </pc:picChg>
      </pc:sldChg>
    </pc:docChg>
  </pc:docChgLst>
  <pc:docChgLst>
    <pc:chgData name="More, Rajnandini Y" userId="S::rym190001@utdallas.edu::9899970a-5ff0-4940-b307-8d96a7eadcb1" providerId="AD" clId="Web-{625CF57E-00B7-A245-486A-08C5E6AB4A1D}"/>
    <pc:docChg chg="addSld modSld sldOrd">
      <pc:chgData name="More, Rajnandini Y" userId="S::rym190001@utdallas.edu::9899970a-5ff0-4940-b307-8d96a7eadcb1" providerId="AD" clId="Web-{625CF57E-00B7-A245-486A-08C5E6AB4A1D}" dt="2022-11-30T21:48:44.875" v="518" actId="20577"/>
      <pc:docMkLst>
        <pc:docMk/>
      </pc:docMkLst>
      <pc:sldChg chg="modSp">
        <pc:chgData name="More, Rajnandini Y" userId="S::rym190001@utdallas.edu::9899970a-5ff0-4940-b307-8d96a7eadcb1" providerId="AD" clId="Web-{625CF57E-00B7-A245-486A-08C5E6AB4A1D}" dt="2022-11-30T21:48:44.875" v="518" actId="20577"/>
        <pc:sldMkLst>
          <pc:docMk/>
          <pc:sldMk cId="1357597026" sldId="270"/>
        </pc:sldMkLst>
        <pc:spChg chg="mod">
          <ac:chgData name="More, Rajnandini Y" userId="S::rym190001@utdallas.edu::9899970a-5ff0-4940-b307-8d96a7eadcb1" providerId="AD" clId="Web-{625CF57E-00B7-A245-486A-08C5E6AB4A1D}" dt="2022-11-30T21:48:44.875" v="518" actId="20577"/>
          <ac:spMkLst>
            <pc:docMk/>
            <pc:sldMk cId="1357597026" sldId="270"/>
            <ac:spMk id="6" creationId="{8D493BF3-AF76-F042-025B-90E0BB134660}"/>
          </ac:spMkLst>
        </pc:spChg>
      </pc:sldChg>
      <pc:sldChg chg="modSp">
        <pc:chgData name="More, Rajnandini Y" userId="S::rym190001@utdallas.edu::9899970a-5ff0-4940-b307-8d96a7eadcb1" providerId="AD" clId="Web-{625CF57E-00B7-A245-486A-08C5E6AB4A1D}" dt="2022-11-30T21:48:32.828" v="516" actId="20577"/>
        <pc:sldMkLst>
          <pc:docMk/>
          <pc:sldMk cId="1020409622" sldId="271"/>
        </pc:sldMkLst>
        <pc:spChg chg="mod">
          <ac:chgData name="More, Rajnandini Y" userId="S::rym190001@utdallas.edu::9899970a-5ff0-4940-b307-8d96a7eadcb1" providerId="AD" clId="Web-{625CF57E-00B7-A245-486A-08C5E6AB4A1D}" dt="2022-11-30T21:48:32.828" v="516" actId="20577"/>
          <ac:spMkLst>
            <pc:docMk/>
            <pc:sldMk cId="1020409622" sldId="271"/>
            <ac:spMk id="5" creationId="{4E655AB0-A869-9D1A-1BDB-657BDBE8FF8E}"/>
          </ac:spMkLst>
        </pc:spChg>
      </pc:sldChg>
      <pc:sldChg chg="addSp modSp ord">
        <pc:chgData name="More, Rajnandini Y" userId="S::rym190001@utdallas.edu::9899970a-5ff0-4940-b307-8d96a7eadcb1" providerId="AD" clId="Web-{625CF57E-00B7-A245-486A-08C5E6AB4A1D}" dt="2022-11-30T21:45:49.135" v="514"/>
        <pc:sldMkLst>
          <pc:docMk/>
          <pc:sldMk cId="4077839478" sldId="272"/>
        </pc:sldMkLst>
        <pc:spChg chg="mod">
          <ac:chgData name="More, Rajnandini Y" userId="S::rym190001@utdallas.edu::9899970a-5ff0-4940-b307-8d96a7eadcb1" providerId="AD" clId="Web-{625CF57E-00B7-A245-486A-08C5E6AB4A1D}" dt="2022-11-30T21:27:41.971" v="512" actId="20577"/>
          <ac:spMkLst>
            <pc:docMk/>
            <pc:sldMk cId="4077839478" sldId="272"/>
            <ac:spMk id="5" creationId="{BAC31A07-02F6-4F91-603C-D08FE0076F2F}"/>
          </ac:spMkLst>
        </pc:spChg>
        <pc:picChg chg="add mod">
          <ac:chgData name="More, Rajnandini Y" userId="S::rym190001@utdallas.edu::9899970a-5ff0-4940-b307-8d96a7eadcb1" providerId="AD" clId="Web-{625CF57E-00B7-A245-486A-08C5E6AB4A1D}" dt="2022-11-30T20:51:26.738" v="481" actId="1076"/>
          <ac:picMkLst>
            <pc:docMk/>
            <pc:sldMk cId="4077839478" sldId="272"/>
            <ac:picMk id="6" creationId="{F8E8177B-A658-2418-D419-91157B70F24D}"/>
          </ac:picMkLst>
        </pc:picChg>
        <pc:picChg chg="add mod">
          <ac:chgData name="More, Rajnandini Y" userId="S::rym190001@utdallas.edu::9899970a-5ff0-4940-b307-8d96a7eadcb1" providerId="AD" clId="Web-{625CF57E-00B7-A245-486A-08C5E6AB4A1D}" dt="2022-11-30T20:51:31.316" v="482" actId="1076"/>
          <ac:picMkLst>
            <pc:docMk/>
            <pc:sldMk cId="4077839478" sldId="272"/>
            <ac:picMk id="7" creationId="{D39F256D-DF85-7C0F-7DE6-75765AE3A5BE}"/>
          </ac:picMkLst>
        </pc:picChg>
      </pc:sldChg>
      <pc:sldChg chg="addSp modSp new">
        <pc:chgData name="More, Rajnandini Y" userId="S::rym190001@utdallas.edu::9899970a-5ff0-4940-b307-8d96a7eadcb1" providerId="AD" clId="Web-{625CF57E-00B7-A245-486A-08C5E6AB4A1D}" dt="2022-11-30T20:54:10.744" v="496" actId="1076"/>
        <pc:sldMkLst>
          <pc:docMk/>
          <pc:sldMk cId="1693277037" sldId="273"/>
        </pc:sldMkLst>
        <pc:spChg chg="add">
          <ac:chgData name="More, Rajnandini Y" userId="S::rym190001@utdallas.edu::9899970a-5ff0-4940-b307-8d96a7eadcb1" providerId="AD" clId="Web-{625CF57E-00B7-A245-486A-08C5E6AB4A1D}" dt="2022-11-30T20:52:18.490" v="484"/>
          <ac:spMkLst>
            <pc:docMk/>
            <pc:sldMk cId="1693277037" sldId="273"/>
            <ac:spMk id="3" creationId="{DC4C0B37-2F5F-135A-09E5-F46EBF0930AA}"/>
          </ac:spMkLst>
        </pc:spChg>
        <pc:picChg chg="add mod">
          <ac:chgData name="More, Rajnandini Y" userId="S::rym190001@utdallas.edu::9899970a-5ff0-4940-b307-8d96a7eadcb1" providerId="AD" clId="Web-{625CF57E-00B7-A245-486A-08C5E6AB4A1D}" dt="2022-11-30T20:54:10.744" v="496" actId="1076"/>
          <ac:picMkLst>
            <pc:docMk/>
            <pc:sldMk cId="1693277037" sldId="273"/>
            <ac:picMk id="5" creationId="{71829BBD-A9D0-6380-A44C-11DBF382CD4F}"/>
          </ac:picMkLst>
        </pc:picChg>
        <pc:picChg chg="add mod">
          <ac:chgData name="More, Rajnandini Y" userId="S::rym190001@utdallas.edu::9899970a-5ff0-4940-b307-8d96a7eadcb1" providerId="AD" clId="Web-{625CF57E-00B7-A245-486A-08C5E6AB4A1D}" dt="2022-11-30T20:53:55.337" v="494" actId="14100"/>
          <ac:picMkLst>
            <pc:docMk/>
            <pc:sldMk cId="1693277037" sldId="273"/>
            <ac:picMk id="6" creationId="{C891A856-1DD4-1302-E9DB-451D65A8D8FA}"/>
          </ac:picMkLst>
        </pc:picChg>
      </pc:sldChg>
      <pc:sldChg chg="modSp">
        <pc:chgData name="More, Rajnandini Y" userId="S::rym190001@utdallas.edu::9899970a-5ff0-4940-b307-8d96a7eadcb1" providerId="AD" clId="Web-{625CF57E-00B7-A245-486A-08C5E6AB4A1D}" dt="2022-11-30T21:11:28.812" v="498" actId="1076"/>
        <pc:sldMkLst>
          <pc:docMk/>
          <pc:sldMk cId="2782628672" sldId="275"/>
        </pc:sldMkLst>
        <pc:picChg chg="mod">
          <ac:chgData name="More, Rajnandini Y" userId="S::rym190001@utdallas.edu::9899970a-5ff0-4940-b307-8d96a7eadcb1" providerId="AD" clId="Web-{625CF57E-00B7-A245-486A-08C5E6AB4A1D}" dt="2022-11-30T21:11:28.812" v="498" actId="1076"/>
          <ac:picMkLst>
            <pc:docMk/>
            <pc:sldMk cId="2782628672" sldId="275"/>
            <ac:picMk id="5" creationId="{4813F439-4A47-5CBE-3B17-8C663BB47D60}"/>
          </ac:picMkLst>
        </pc:picChg>
      </pc:sldChg>
    </pc:docChg>
  </pc:docChgLst>
  <pc:docChgLst>
    <pc:chgData name="Khadse, Rashmi" userId="S::rxk210026@utdallas.edu::ff8e05ee-a480-47ea-97ca-9e9f54cafe00" providerId="AD" clId="Web-{443D6C00-0BF4-4C0C-B899-9E07617F3B05}"/>
    <pc:docChg chg="modSld">
      <pc:chgData name="Khadse, Rashmi" userId="S::rxk210026@utdallas.edu::ff8e05ee-a480-47ea-97ca-9e9f54cafe00" providerId="AD" clId="Web-{443D6C00-0BF4-4C0C-B899-9E07617F3B05}" dt="2022-11-30T22:42:46.078" v="88" actId="20577"/>
      <pc:docMkLst>
        <pc:docMk/>
      </pc:docMkLst>
      <pc:sldChg chg="modSp">
        <pc:chgData name="Khadse, Rashmi" userId="S::rxk210026@utdallas.edu::ff8e05ee-a480-47ea-97ca-9e9f54cafe00" providerId="AD" clId="Web-{443D6C00-0BF4-4C0C-B899-9E07617F3B05}" dt="2022-11-30T22:42:46.078" v="88" actId="20577"/>
        <pc:sldMkLst>
          <pc:docMk/>
          <pc:sldMk cId="3884766917" sldId="259"/>
        </pc:sldMkLst>
        <pc:spChg chg="mod">
          <ac:chgData name="Khadse, Rashmi" userId="S::rxk210026@utdallas.edu::ff8e05ee-a480-47ea-97ca-9e9f54cafe00" providerId="AD" clId="Web-{443D6C00-0BF4-4C0C-B899-9E07617F3B05}" dt="2022-11-30T22:42:46.078" v="88" actId="20577"/>
          <ac:spMkLst>
            <pc:docMk/>
            <pc:sldMk cId="3884766917" sldId="259"/>
            <ac:spMk id="5" creationId="{4B5DFC65-E6C4-103F-86CB-8AEC58449A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05874E-8992-4306-9BFA-CCD446E6B9EC}" type="datetimeFigureOut">
              <a:rPr lang="en-US" smtClean="0"/>
              <a:t>Thu</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4FFFF-8AAC-4E24-BC68-051C59CB01F6}" type="slidenum">
              <a:rPr lang="en-US" smtClean="0"/>
              <a:t>‹#›</a:t>
            </a:fld>
            <a:endParaRPr lang="en-US"/>
          </a:p>
        </p:txBody>
      </p:sp>
    </p:spTree>
    <p:extLst>
      <p:ext uri="{BB962C8B-B14F-4D97-AF65-F5344CB8AC3E}">
        <p14:creationId xmlns:p14="http://schemas.microsoft.com/office/powerpoint/2010/main" val="38274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spcBef>
                <a:spcPts val="1000"/>
              </a:spcBef>
              <a:spcAft>
                <a:spcPts val="0"/>
              </a:spcAft>
              <a:buFont typeface="Arial" panose="020B0604020202020204" pitchFamily="34" charset="0"/>
              <a:buNone/>
            </a:pPr>
            <a:r>
              <a:rPr lang="en-US" sz="1200" b="0" i="0" u="none" strike="noStrike">
                <a:solidFill>
                  <a:srgbClr val="3F3F3F"/>
                </a:solidFill>
                <a:effectLst/>
                <a:latin typeface="Century Gothic" panose="020B0502020202020204" pitchFamily="34" charset="0"/>
              </a:rPr>
              <a:t>YoY comparison:</a:t>
            </a:r>
          </a:p>
          <a:p>
            <a:pPr marL="285750" indent="-285750" rtl="0" fontAlgn="base">
              <a:spcBef>
                <a:spcPts val="1000"/>
              </a:spcBef>
              <a:spcAft>
                <a:spcPts val="0"/>
              </a:spcAft>
              <a:buFont typeface="Arial" panose="020B0604020202020204" pitchFamily="34" charset="0"/>
              <a:buChar char="•"/>
            </a:pPr>
            <a:r>
              <a:rPr lang="en-US" sz="1100" b="0" i="0" u="none" strike="noStrike">
                <a:solidFill>
                  <a:srgbClr val="3F3F3F"/>
                </a:solidFill>
                <a:effectLst/>
                <a:latin typeface="Century Gothic" panose="020B0502020202020204" pitchFamily="34" charset="0"/>
              </a:rPr>
              <a:t>Overall: Decreased by 10.51%. Although we have a high page/session rate compared to last year.</a:t>
            </a:r>
          </a:p>
          <a:p>
            <a:pPr marL="285750" indent="-285750" rtl="0" fontAlgn="base">
              <a:spcBef>
                <a:spcPts val="1000"/>
              </a:spcBef>
              <a:spcAft>
                <a:spcPts val="0"/>
              </a:spcAft>
              <a:buFont typeface="Arial" panose="020B0604020202020204" pitchFamily="34" charset="0"/>
              <a:buChar char="•"/>
            </a:pPr>
            <a:r>
              <a:rPr lang="en-US" sz="1200" b="0" i="0" u="none" strike="noStrike">
                <a:solidFill>
                  <a:srgbClr val="A53010"/>
                </a:solidFill>
                <a:effectLst/>
                <a:latin typeface="Noto Sans Symbols"/>
              </a:rPr>
              <a:t>Landing pages: Increased by 40% for home page, Men’s T-shirt.</a:t>
            </a:r>
          </a:p>
          <a:p>
            <a:pPr marL="285750" indent="-285750" rtl="0" fontAlgn="base">
              <a:spcBef>
                <a:spcPts val="1000"/>
              </a:spcBef>
              <a:spcAft>
                <a:spcPts val="0"/>
              </a:spcAft>
              <a:buFont typeface="Arial" panose="020B0604020202020204" pitchFamily="34" charset="0"/>
              <a:buChar char="•"/>
            </a:pPr>
            <a:r>
              <a:rPr lang="en-US" sz="1200" b="0" i="0" u="none" strike="noStrike">
                <a:solidFill>
                  <a:srgbClr val="A53010"/>
                </a:solidFill>
                <a:effectLst/>
                <a:latin typeface="Noto Sans Symbols"/>
              </a:rPr>
              <a:t>Marketing channels: Less conversion through direct load and organic searches (~20-40% decrease). Paid searches increased in conversion.</a:t>
            </a:r>
          </a:p>
          <a:p>
            <a:pPr marL="285750" indent="-285750" rtl="0" fontAlgn="base">
              <a:spcBef>
                <a:spcPts val="1000"/>
              </a:spcBef>
              <a:spcAft>
                <a:spcPts val="0"/>
              </a:spcAft>
              <a:buFont typeface="Arial" panose="020B0604020202020204" pitchFamily="34" charset="0"/>
              <a:buChar char="•"/>
            </a:pPr>
            <a:r>
              <a:rPr lang="en-US" sz="1200" b="0" i="0" u="none" strike="noStrike">
                <a:solidFill>
                  <a:srgbClr val="A53010"/>
                </a:solidFill>
                <a:effectLst/>
                <a:latin typeface="Noto Sans Symbols"/>
              </a:rPr>
              <a:t>Hour of day: Best time of day for highest conversion is 1600 or 4 pm.</a:t>
            </a:r>
          </a:p>
          <a:p>
            <a:pPr rtl="0" fontAlgn="base">
              <a:spcBef>
                <a:spcPts val="1000"/>
              </a:spcBef>
              <a:spcAft>
                <a:spcPts val="0"/>
              </a:spcAft>
              <a:buFont typeface="Arial" panose="020B0604020202020204" pitchFamily="34" charset="0"/>
              <a:buNone/>
            </a:pPr>
            <a:r>
              <a:rPr lang="en-US" sz="1200" b="0" i="0" u="none" strike="noStrike">
                <a:solidFill>
                  <a:srgbClr val="3F3F3F"/>
                </a:solidFill>
                <a:effectLst/>
                <a:latin typeface="Century Gothic" panose="020B0502020202020204" pitchFamily="34" charset="0"/>
              </a:rPr>
              <a:t>Insight:</a:t>
            </a:r>
          </a:p>
          <a:p>
            <a:pPr marL="171450" indent="-171450" rtl="0" fontAlgn="base">
              <a:spcBef>
                <a:spcPts val="1000"/>
              </a:spcBef>
              <a:spcAft>
                <a:spcPts val="0"/>
              </a:spcAft>
              <a:buFont typeface="Arial" panose="020B0604020202020204" pitchFamily="34" charset="0"/>
              <a:buChar char="•"/>
            </a:pPr>
            <a:r>
              <a:rPr lang="en-US" sz="1200" b="0" i="0" u="none" strike="noStrike">
                <a:solidFill>
                  <a:srgbClr val="3F3F3F"/>
                </a:solidFill>
                <a:effectLst/>
                <a:latin typeface="Century Gothic" panose="020B0502020202020204" pitchFamily="34" charset="0"/>
              </a:rPr>
              <a:t>Macy’s has improved as an engaging platform but with low conversion rate</a:t>
            </a:r>
          </a:p>
          <a:p>
            <a:pPr marL="171450" indent="-171450" rtl="0" fontAlgn="base">
              <a:spcBef>
                <a:spcPts val="1000"/>
              </a:spcBef>
              <a:spcAft>
                <a:spcPts val="0"/>
              </a:spcAft>
              <a:buFont typeface="Arial" panose="020B0604020202020204" pitchFamily="34" charset="0"/>
              <a:buChar char="•"/>
            </a:pPr>
            <a:r>
              <a:rPr lang="en-US" sz="1200" b="0" i="0" u="none" strike="noStrike">
                <a:solidFill>
                  <a:srgbClr val="3F3F3F"/>
                </a:solidFill>
                <a:effectLst/>
                <a:latin typeface="Century Gothic" panose="020B0502020202020204" pitchFamily="34" charset="0"/>
              </a:rPr>
              <a:t>More promotion for men’s t-shirts since it is having the highest conversion among different landing pages.</a:t>
            </a:r>
          </a:p>
          <a:p>
            <a:pPr marL="171450" indent="-171450" rtl="0" fontAlgn="base">
              <a:spcBef>
                <a:spcPts val="1000"/>
              </a:spcBef>
              <a:spcAft>
                <a:spcPts val="0"/>
              </a:spcAft>
              <a:buFont typeface="Arial" panose="020B0604020202020204" pitchFamily="34" charset="0"/>
              <a:buChar char="•"/>
            </a:pPr>
            <a:r>
              <a:rPr lang="en-US" sz="1200" b="0" i="0" u="none" strike="noStrike">
                <a:solidFill>
                  <a:srgbClr val="3F3F3F"/>
                </a:solidFill>
                <a:effectLst/>
                <a:latin typeface="Century Gothic" panose="020B0502020202020204" pitchFamily="34" charset="0"/>
              </a:rPr>
              <a:t>Invest more into paid searches as we see higher conversion there.</a:t>
            </a:r>
          </a:p>
          <a:p>
            <a:pPr marL="171450" indent="-171450" rtl="0" fontAlgn="base">
              <a:spcBef>
                <a:spcPts val="1000"/>
              </a:spcBef>
              <a:spcAft>
                <a:spcPts val="0"/>
              </a:spcAft>
              <a:buFont typeface="Arial" panose="020B0604020202020204" pitchFamily="34" charset="0"/>
              <a:buChar char="•"/>
            </a:pPr>
            <a:r>
              <a:rPr lang="en-US" sz="1200" b="0" i="0" u="none" strike="noStrike">
                <a:solidFill>
                  <a:srgbClr val="3F3F3F"/>
                </a:solidFill>
                <a:effectLst/>
                <a:latin typeface="Century Gothic" panose="020B0502020202020204" pitchFamily="34" charset="0"/>
              </a:rPr>
              <a:t>Most purchases happen at 4 pm</a:t>
            </a:r>
          </a:p>
          <a:p>
            <a:pPr marL="0" indent="0" rtl="0" fontAlgn="base">
              <a:spcBef>
                <a:spcPts val="1000"/>
              </a:spcBef>
              <a:spcAft>
                <a:spcPts val="0"/>
              </a:spcAft>
              <a:buFont typeface="Arial" panose="020B0604020202020204" pitchFamily="34" charset="0"/>
              <a:buNone/>
            </a:pPr>
            <a:endParaRPr lang="en-US" sz="1200" b="0" i="0" u="none" strike="noStrike">
              <a:solidFill>
                <a:srgbClr val="A53010"/>
              </a:solidFill>
              <a:effectLst/>
              <a:latin typeface="Noto Sans Symbols"/>
            </a:endParaRPr>
          </a:p>
        </p:txBody>
      </p:sp>
      <p:sp>
        <p:nvSpPr>
          <p:cNvPr id="4" name="Slide Number Placeholder 3"/>
          <p:cNvSpPr>
            <a:spLocks noGrp="1"/>
          </p:cNvSpPr>
          <p:nvPr>
            <p:ph type="sldNum" sz="quarter" idx="5"/>
          </p:nvPr>
        </p:nvSpPr>
        <p:spPr/>
        <p:txBody>
          <a:bodyPr/>
          <a:lstStyle/>
          <a:p>
            <a:fld id="{9FD4FFFF-8AAC-4E24-BC68-051C59CB01F6}" type="slidenum">
              <a:rPr lang="en-US" smtClean="0"/>
              <a:t>8</a:t>
            </a:fld>
            <a:endParaRPr lang="en-US"/>
          </a:p>
        </p:txBody>
      </p:sp>
    </p:spTree>
    <p:extLst>
      <p:ext uri="{BB962C8B-B14F-4D97-AF65-F5344CB8AC3E}">
        <p14:creationId xmlns:p14="http://schemas.microsoft.com/office/powerpoint/2010/main" val="2159825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B3DD-8CB5-D0BA-436C-05FD3B64FF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9509C5-C36C-4B7E-7001-F2ECF15CB8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B9B6FF-96F8-1BD1-BCED-033940EDB329}"/>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5" name="Footer Placeholder 4">
            <a:extLst>
              <a:ext uri="{FF2B5EF4-FFF2-40B4-BE49-F238E27FC236}">
                <a16:creationId xmlns:a16="http://schemas.microsoft.com/office/drawing/2014/main" id="{B4B999CC-E506-1055-E63F-BC0DE7BB6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E0912-53CA-5F9E-3115-45403A66945C}"/>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3941066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B6C4B-D766-638D-B4C9-B6EC0FC28F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33B4AF-C158-C51C-760D-75B860385E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16BE3-85FD-CA40-094C-B887EB952A9D}"/>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5" name="Footer Placeholder 4">
            <a:extLst>
              <a:ext uri="{FF2B5EF4-FFF2-40B4-BE49-F238E27FC236}">
                <a16:creationId xmlns:a16="http://schemas.microsoft.com/office/drawing/2014/main" id="{5D4B9C91-8991-EE85-FF6F-CE00C7F46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7035B3-FCBF-BD09-5014-1F6D77A11EA2}"/>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275124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9F986-E599-3C7F-35A2-1D555679F3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7BEB1D-8067-5892-7FF6-A510B84C1C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635F59-EEB8-D031-06B4-511CEA7C15D9}"/>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5" name="Footer Placeholder 4">
            <a:extLst>
              <a:ext uri="{FF2B5EF4-FFF2-40B4-BE49-F238E27FC236}">
                <a16:creationId xmlns:a16="http://schemas.microsoft.com/office/drawing/2014/main" id="{20960819-9F04-EED9-E613-B42498C32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D5A147-7334-4587-A50E-8A7FA2155C04}"/>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3018150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880E5-267A-E291-E97B-D4C573C53B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206F4-8DE0-E62F-AA3F-813A8FAFC0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3F9903-5BBF-3B22-2786-D595FEDA0E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0F6A2-F143-CBDF-710E-4C6CA04E0D7C}"/>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6" name="Footer Placeholder 5">
            <a:extLst>
              <a:ext uri="{FF2B5EF4-FFF2-40B4-BE49-F238E27FC236}">
                <a16:creationId xmlns:a16="http://schemas.microsoft.com/office/drawing/2014/main" id="{D4A70D83-ED78-0CC8-277C-A713683F8E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5C8EEF-DA16-5792-0EF8-EF41337A2CAC}"/>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1760655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12797-F3AA-19A6-B4AD-A92FC0415F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5C1F8E-4BF0-0CA5-2F39-14B7EDED43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0D149B-CEC8-F90E-DA6A-7158FA977E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0A25D4-167E-E441-CC52-6B5AB78E08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0C55DE-CFB4-454F-45B1-96A08C0670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EEE97D-21C7-C4C1-B84E-1548F18C58E0}"/>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8" name="Footer Placeholder 7">
            <a:extLst>
              <a:ext uri="{FF2B5EF4-FFF2-40B4-BE49-F238E27FC236}">
                <a16:creationId xmlns:a16="http://schemas.microsoft.com/office/drawing/2014/main" id="{E51BB501-A906-3F09-DA17-995C55DFBA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17AEFA-07CB-8A89-2D43-C855A8622D80}"/>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2267787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8BEFB-0DB4-6E4A-B23F-6B4DFF0E7B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D1921A-8D56-E8DC-C77E-316A2EB2272A}"/>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4" name="Footer Placeholder 3">
            <a:extLst>
              <a:ext uri="{FF2B5EF4-FFF2-40B4-BE49-F238E27FC236}">
                <a16:creationId xmlns:a16="http://schemas.microsoft.com/office/drawing/2014/main" id="{235BD107-B053-016A-9F9F-99882B028C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E1EFF7-94F4-EABE-262A-E24EE38F0DCA}"/>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1302357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FB1428-1902-171E-5E0B-0BDD38434795}"/>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3" name="Footer Placeholder 2">
            <a:extLst>
              <a:ext uri="{FF2B5EF4-FFF2-40B4-BE49-F238E27FC236}">
                <a16:creationId xmlns:a16="http://schemas.microsoft.com/office/drawing/2014/main" id="{896CAA85-62FB-AA38-D67D-B004459B8E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A7948C-BB74-6E86-C6DD-A5E7E2BF6EB1}"/>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1042168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3AE-2A70-C335-39F3-5678716A8B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9CC49A-C151-DC00-714B-DA9959EADA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F8EDC6-7491-7D6A-7982-C65A37F8A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90120D-5F9F-5BBB-04BE-6E1080A7C3B8}"/>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6" name="Footer Placeholder 5">
            <a:extLst>
              <a:ext uri="{FF2B5EF4-FFF2-40B4-BE49-F238E27FC236}">
                <a16:creationId xmlns:a16="http://schemas.microsoft.com/office/drawing/2014/main" id="{865221CA-818F-9988-A07F-5128932AE3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4F7F16-90A5-6EB3-3534-D79A6500CDA6}"/>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3040262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EB24-F36A-7722-F9C9-44E2E7C033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FCAB50-4FF9-FD24-36E8-0F2E047E12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BDB565E-D52E-4008-4A4F-EE2E876D1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6A192-B8DD-88FD-0A78-5D338D781B9A}"/>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6" name="Footer Placeholder 5">
            <a:extLst>
              <a:ext uri="{FF2B5EF4-FFF2-40B4-BE49-F238E27FC236}">
                <a16:creationId xmlns:a16="http://schemas.microsoft.com/office/drawing/2014/main" id="{74855678-41FE-6282-7A2B-6822DE61B9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9C1736-FBAC-E972-7E30-E77C1EB5AF2D}"/>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1432384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4DD34-271F-523C-8AFC-55FE18C789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8AC79-D7FD-EDFA-1762-1203EABDE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D5F06B-7BFB-168C-E9ED-FB09079E4E77}"/>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5" name="Footer Placeholder 4">
            <a:extLst>
              <a:ext uri="{FF2B5EF4-FFF2-40B4-BE49-F238E27FC236}">
                <a16:creationId xmlns:a16="http://schemas.microsoft.com/office/drawing/2014/main" id="{E1E68CC6-1AC5-324E-2F72-89AA8ABB16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BC8067-D53E-C383-8DDD-D15F1B0097AF}"/>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3394942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271AAF-A69D-F32F-1A6B-E78CABA043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DB0B87-06D2-3DE6-DF05-4A3D6C6A3E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C1B442-F115-4C2F-5A2C-571D4A03E39F}"/>
              </a:ext>
            </a:extLst>
          </p:cNvPr>
          <p:cNvSpPr>
            <a:spLocks noGrp="1"/>
          </p:cNvSpPr>
          <p:nvPr>
            <p:ph type="dt" sz="half" idx="10"/>
          </p:nvPr>
        </p:nvSpPr>
        <p:spPr/>
        <p:txBody>
          <a:bodyPr/>
          <a:lstStyle/>
          <a:p>
            <a:fld id="{DEC7B7B4-ABEF-414B-A9DD-DEF1EAB91DC3}" type="datetimeFigureOut">
              <a:rPr lang="en-US" smtClean="0"/>
              <a:t>Thu</a:t>
            </a:fld>
            <a:endParaRPr lang="en-US"/>
          </a:p>
        </p:txBody>
      </p:sp>
      <p:sp>
        <p:nvSpPr>
          <p:cNvPr id="5" name="Footer Placeholder 4">
            <a:extLst>
              <a:ext uri="{FF2B5EF4-FFF2-40B4-BE49-F238E27FC236}">
                <a16:creationId xmlns:a16="http://schemas.microsoft.com/office/drawing/2014/main" id="{A84B338D-D45C-6D3C-1D3D-CF5A0475A5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9248B0-FD91-E20F-39AE-29C4D9520F3A}"/>
              </a:ext>
            </a:extLst>
          </p:cNvPr>
          <p:cNvSpPr>
            <a:spLocks noGrp="1"/>
          </p:cNvSpPr>
          <p:nvPr>
            <p:ph type="sldNum" sz="quarter" idx="12"/>
          </p:nvPr>
        </p:nvSpPr>
        <p:spPr/>
        <p:txBody>
          <a:bodyPr/>
          <a:lstStyle/>
          <a:p>
            <a:fld id="{7D033F62-D7F4-2749-89EC-05D1F804880C}" type="slidenum">
              <a:rPr lang="en-US" smtClean="0"/>
              <a:t>‹#›</a:t>
            </a:fld>
            <a:endParaRPr lang="en-US"/>
          </a:p>
        </p:txBody>
      </p:sp>
    </p:spTree>
    <p:extLst>
      <p:ext uri="{BB962C8B-B14F-4D97-AF65-F5344CB8AC3E}">
        <p14:creationId xmlns:p14="http://schemas.microsoft.com/office/powerpoint/2010/main" val="1598917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D00A37-1BC6-57B2-637D-C52620407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730B3E-F517-6F4D-0E95-F527DEE7A2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4C89E-D72A-DEF4-BA43-8E3FA46EB2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7B7B4-ABEF-414B-A9DD-DEF1EAB91DC3}" type="datetimeFigureOut">
              <a:rPr lang="en-US" smtClean="0"/>
              <a:t>Thu</a:t>
            </a:fld>
            <a:endParaRPr lang="en-US"/>
          </a:p>
        </p:txBody>
      </p:sp>
      <p:sp>
        <p:nvSpPr>
          <p:cNvPr id="5" name="Footer Placeholder 4">
            <a:extLst>
              <a:ext uri="{FF2B5EF4-FFF2-40B4-BE49-F238E27FC236}">
                <a16:creationId xmlns:a16="http://schemas.microsoft.com/office/drawing/2014/main" id="{C327358D-8C89-711F-C0B9-9B163A02D4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F6601C-76F5-78DA-FCB2-AC4A94F9A6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033F62-D7F4-2749-89EC-05D1F804880C}" type="slidenum">
              <a:rPr lang="en-US" smtClean="0"/>
              <a:t>‹#›</a:t>
            </a:fld>
            <a:endParaRPr lang="en-US"/>
          </a:p>
        </p:txBody>
      </p:sp>
    </p:spTree>
    <p:extLst>
      <p:ext uri="{BB962C8B-B14F-4D97-AF65-F5344CB8AC3E}">
        <p14:creationId xmlns:p14="http://schemas.microsoft.com/office/powerpoint/2010/main" val="2794716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hyperlink" Target="https://www.wordstream.com/blog/ws/2014/03/17/what-is-a-good-conversion-rate" TargetMode="External"/><Relationship Id="rId3" Type="http://schemas.openxmlformats.org/officeDocument/2006/relationships/image" Target="../media/image2.jpeg"/><Relationship Id="rId7" Type="http://schemas.openxmlformats.org/officeDocument/2006/relationships/hyperlink" Target="https://www.wordstream.com/conversion" TargetMode="Externa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39F470-2B53-30D6-CEE5-4EFB5F869D24}"/>
              </a:ext>
            </a:extLst>
          </p:cNvPr>
          <p:cNvSpPr/>
          <p:nvPr/>
        </p:nvSpPr>
        <p:spPr>
          <a:xfrm>
            <a:off x="-1" y="137652"/>
            <a:ext cx="7702062" cy="6858000"/>
          </a:xfrm>
          <a:prstGeom prst="rect">
            <a:avLst/>
          </a:prstGeom>
          <a:solidFill>
            <a:srgbClr val="EF3126"/>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09E487C-974E-1008-1B89-DE3853198D2D}"/>
              </a:ext>
            </a:extLst>
          </p:cNvPr>
          <p:cNvSpPr txBox="1"/>
          <p:nvPr/>
        </p:nvSpPr>
        <p:spPr>
          <a:xfrm>
            <a:off x="228600" y="394676"/>
            <a:ext cx="7244861" cy="1323439"/>
          </a:xfrm>
          <a:prstGeom prst="rect">
            <a:avLst/>
          </a:prstGeom>
          <a:noFill/>
        </p:spPr>
        <p:txBody>
          <a:bodyPr wrap="square" lIns="91440" tIns="45720" rIns="91440" bIns="45720" rtlCol="0" anchor="t">
            <a:spAutoFit/>
          </a:bodyPr>
          <a:lstStyle/>
          <a:p>
            <a:r>
              <a:rPr lang="en-US" sz="4000"/>
              <a:t>Marketing Web Analytics and Insights</a:t>
            </a:r>
          </a:p>
        </p:txBody>
      </p:sp>
      <p:sp>
        <p:nvSpPr>
          <p:cNvPr id="6" name="TextBox 5">
            <a:extLst>
              <a:ext uri="{FF2B5EF4-FFF2-40B4-BE49-F238E27FC236}">
                <a16:creationId xmlns:a16="http://schemas.microsoft.com/office/drawing/2014/main" id="{9D13436D-0E24-18E7-7814-61BA0FD225B8}"/>
              </a:ext>
            </a:extLst>
          </p:cNvPr>
          <p:cNvSpPr txBox="1"/>
          <p:nvPr/>
        </p:nvSpPr>
        <p:spPr>
          <a:xfrm>
            <a:off x="410308" y="2452879"/>
            <a:ext cx="4613976" cy="1200329"/>
          </a:xfrm>
          <a:prstGeom prst="rect">
            <a:avLst/>
          </a:prstGeom>
          <a:noFill/>
        </p:spPr>
        <p:txBody>
          <a:bodyPr wrap="square" rtlCol="0">
            <a:spAutoFit/>
          </a:bodyPr>
          <a:lstStyle/>
          <a:p>
            <a:r>
              <a:rPr lang="en-US" sz="3600" dirty="0"/>
              <a:t>By: Charulata Ranbhare – CDR210001</a:t>
            </a:r>
          </a:p>
        </p:txBody>
      </p:sp>
      <p:pic>
        <p:nvPicPr>
          <p:cNvPr id="8" name="Picture 7">
            <a:extLst>
              <a:ext uri="{FF2B5EF4-FFF2-40B4-BE49-F238E27FC236}">
                <a16:creationId xmlns:a16="http://schemas.microsoft.com/office/drawing/2014/main" id="{57F20C5B-64B6-9E9A-C55F-4B4F7D9CCD59}"/>
              </a:ext>
            </a:extLst>
          </p:cNvPr>
          <p:cNvPicPr>
            <a:picLocks noChangeAspect="1"/>
          </p:cNvPicPr>
          <p:nvPr/>
        </p:nvPicPr>
        <p:blipFill>
          <a:blip r:embed="rId2"/>
          <a:stretch>
            <a:fillRect/>
          </a:stretch>
        </p:blipFill>
        <p:spPr>
          <a:xfrm>
            <a:off x="6834554" y="1363784"/>
            <a:ext cx="4130431" cy="4130431"/>
          </a:xfrm>
          <a:prstGeom prst="rect">
            <a:avLst/>
          </a:prstGeom>
          <a:ln>
            <a:solidFill>
              <a:schemeClr val="tx1"/>
            </a:solidFill>
          </a:ln>
        </p:spPr>
      </p:pic>
    </p:spTree>
    <p:extLst>
      <p:ext uri="{BB962C8B-B14F-4D97-AF65-F5344CB8AC3E}">
        <p14:creationId xmlns:p14="http://schemas.microsoft.com/office/powerpoint/2010/main" val="1726579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BC7935-39B5-9D7E-8A3A-C4A1B806E6D7}"/>
              </a:ext>
            </a:extLst>
          </p:cNvPr>
          <p:cNvSpPr/>
          <p:nvPr/>
        </p:nvSpPr>
        <p:spPr>
          <a:xfrm>
            <a:off x="1"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0ACB3F7-0625-8441-916B-0F6CDC03048F}"/>
              </a:ext>
            </a:extLst>
          </p:cNvPr>
          <p:cNvSpPr txBox="1"/>
          <p:nvPr/>
        </p:nvSpPr>
        <p:spPr>
          <a:xfrm>
            <a:off x="293077" y="2951946"/>
            <a:ext cx="1922584" cy="954107"/>
          </a:xfrm>
          <a:prstGeom prst="rect">
            <a:avLst/>
          </a:prstGeom>
          <a:noFill/>
        </p:spPr>
        <p:txBody>
          <a:bodyPr wrap="square" rtlCol="0">
            <a:spAutoFit/>
          </a:bodyPr>
          <a:lstStyle/>
          <a:p>
            <a:pPr algn="ctr"/>
            <a:r>
              <a:rPr lang="en-US" sz="2800"/>
              <a:t>Company Description</a:t>
            </a:r>
          </a:p>
        </p:txBody>
      </p:sp>
      <p:pic>
        <p:nvPicPr>
          <p:cNvPr id="6" name="Picture 5">
            <a:extLst>
              <a:ext uri="{FF2B5EF4-FFF2-40B4-BE49-F238E27FC236}">
                <a16:creationId xmlns:a16="http://schemas.microsoft.com/office/drawing/2014/main" id="{21068194-367C-B3E5-2F84-D0CD43E5D273}"/>
              </a:ext>
            </a:extLst>
          </p:cNvPr>
          <p:cNvPicPr>
            <a:picLocks noChangeAspect="1"/>
          </p:cNvPicPr>
          <p:nvPr/>
        </p:nvPicPr>
        <p:blipFill>
          <a:blip r:embed="rId2"/>
          <a:stretch>
            <a:fillRect/>
          </a:stretch>
        </p:blipFill>
        <p:spPr>
          <a:xfrm>
            <a:off x="4056185" y="175647"/>
            <a:ext cx="6576645" cy="1689398"/>
          </a:xfrm>
          <a:prstGeom prst="rect">
            <a:avLst/>
          </a:prstGeom>
          <a:ln>
            <a:solidFill>
              <a:schemeClr val="tx1"/>
            </a:solidFill>
          </a:ln>
        </p:spPr>
      </p:pic>
      <p:sp>
        <p:nvSpPr>
          <p:cNvPr id="7" name="TextBox 6">
            <a:extLst>
              <a:ext uri="{FF2B5EF4-FFF2-40B4-BE49-F238E27FC236}">
                <a16:creationId xmlns:a16="http://schemas.microsoft.com/office/drawing/2014/main" id="{CA8842F8-B516-B1A5-188D-EBB5DC1A014C}"/>
              </a:ext>
            </a:extLst>
          </p:cNvPr>
          <p:cNvSpPr txBox="1"/>
          <p:nvPr/>
        </p:nvSpPr>
        <p:spPr>
          <a:xfrm>
            <a:off x="3294185" y="2450123"/>
            <a:ext cx="8358553" cy="3970318"/>
          </a:xfrm>
          <a:prstGeom prst="rect">
            <a:avLst/>
          </a:prstGeom>
          <a:noFill/>
        </p:spPr>
        <p:txBody>
          <a:bodyPr wrap="square" rtlCol="0">
            <a:spAutoFit/>
          </a:bodyPr>
          <a:lstStyle/>
          <a:p>
            <a:pPr marL="285750" indent="-285750">
              <a:buFont typeface="Arial" panose="020B0604020202020204" pitchFamily="34" charset="0"/>
              <a:buChar char="•"/>
            </a:pPr>
            <a:r>
              <a:rPr lang="en-US" b="1" i="0">
                <a:solidFill>
                  <a:srgbClr val="202122"/>
                </a:solidFill>
                <a:effectLst/>
                <a:latin typeface="Arial" panose="020B0604020202020204" pitchFamily="34" charset="0"/>
              </a:rPr>
              <a:t>Macy's</a:t>
            </a:r>
            <a:r>
              <a:rPr lang="en-US" b="0" i="0">
                <a:solidFill>
                  <a:srgbClr val="202122"/>
                </a:solidFill>
                <a:effectLst/>
                <a:latin typeface="Arial" panose="020B0604020202020204" pitchFamily="34" charset="0"/>
              </a:rPr>
              <a:t> (originally </a:t>
            </a:r>
            <a:r>
              <a:rPr lang="en-US" b="1" i="0">
                <a:solidFill>
                  <a:srgbClr val="202122"/>
                </a:solidFill>
                <a:effectLst/>
                <a:latin typeface="Arial" panose="020B0604020202020204" pitchFamily="34" charset="0"/>
              </a:rPr>
              <a:t>R. H. Macy &amp; Co.</a:t>
            </a:r>
            <a:r>
              <a:rPr lang="en-US" b="0" i="0">
                <a:solidFill>
                  <a:srgbClr val="202122"/>
                </a:solidFill>
                <a:effectLst/>
                <a:latin typeface="Arial" panose="020B0604020202020204" pitchFamily="34" charset="0"/>
              </a:rPr>
              <a:t>) is an American chain of high-end department stores founded in 1858 by Rowland Hussey Macy.</a:t>
            </a:r>
          </a:p>
          <a:p>
            <a:pPr marL="285750" indent="-285750">
              <a:buFont typeface="Arial" panose="020B0604020202020204" pitchFamily="34" charset="0"/>
              <a:buChar char="•"/>
            </a:pPr>
            <a:endParaRPr lang="en-US">
              <a:solidFill>
                <a:srgbClr val="202122"/>
              </a:solidFill>
              <a:latin typeface="Arial" panose="020B0604020202020204" pitchFamily="34" charset="0"/>
            </a:endParaRPr>
          </a:p>
          <a:p>
            <a:pPr marL="285750" indent="-285750">
              <a:buFont typeface="Arial" panose="020B0604020202020204" pitchFamily="34" charset="0"/>
              <a:buChar char="•"/>
            </a:pPr>
            <a:r>
              <a:rPr lang="en-US">
                <a:solidFill>
                  <a:srgbClr val="202122"/>
                </a:solidFill>
                <a:latin typeface="Arial" panose="020B0604020202020204" pitchFamily="34" charset="0"/>
              </a:rPr>
              <a:t>Macy’s mission is - </a:t>
            </a:r>
            <a:r>
              <a:rPr lang="en-US" b="1">
                <a:solidFill>
                  <a:srgbClr val="202122"/>
                </a:solidFill>
                <a:latin typeface="Arial" panose="020B0604020202020204" pitchFamily="34" charset="0"/>
              </a:rPr>
              <a:t>to create a brighter future with bold representation.</a:t>
            </a:r>
          </a:p>
          <a:p>
            <a:pPr marL="285750" indent="-285750">
              <a:buFont typeface="Arial" panose="020B0604020202020204" pitchFamily="34" charset="0"/>
              <a:buChar char="•"/>
            </a:pPr>
            <a:endParaRPr lang="en-US" b="1">
              <a:solidFill>
                <a:srgbClr val="202122"/>
              </a:solidFill>
              <a:latin typeface="Arial" panose="020B0604020202020204" pitchFamily="34" charset="0"/>
            </a:endParaRPr>
          </a:p>
          <a:p>
            <a:pPr marL="285750" indent="-285750">
              <a:buFont typeface="Arial" panose="020B0604020202020204" pitchFamily="34" charset="0"/>
              <a:buChar char="•"/>
            </a:pPr>
            <a:r>
              <a:rPr lang="en-US">
                <a:solidFill>
                  <a:srgbClr val="202122"/>
                </a:solidFill>
                <a:latin typeface="Arial" panose="020B0604020202020204" pitchFamily="34" charset="0"/>
              </a:rPr>
              <a:t>Rowland Hussey Macy adopted a red star as his symbol of success, dating back to his days as a sailor.</a:t>
            </a:r>
          </a:p>
          <a:p>
            <a:pPr marL="285750" indent="-285750">
              <a:buFont typeface="Arial" panose="020B0604020202020204" pitchFamily="34" charset="0"/>
              <a:buChar char="•"/>
            </a:pPr>
            <a:endParaRPr lang="en-US">
              <a:solidFill>
                <a:srgbClr val="202122"/>
              </a:solidFill>
              <a:latin typeface="Arial" panose="020B0604020202020204" pitchFamily="34" charset="0"/>
            </a:endParaRPr>
          </a:p>
          <a:p>
            <a:pPr marL="285750" indent="-285750">
              <a:buFont typeface="Arial" panose="020B0604020202020204" pitchFamily="34" charset="0"/>
              <a:buChar char="•"/>
            </a:pPr>
            <a:r>
              <a:rPr lang="en-US">
                <a:solidFill>
                  <a:srgbClr val="202122"/>
                </a:solidFill>
                <a:latin typeface="Arial" panose="020B0604020202020204" pitchFamily="34" charset="0"/>
              </a:rPr>
              <a:t>Macy has a brand promise as - We will win with fashion and style by delivering products that meet core and new customer needs across all occasions and transforming our assortment architecture, fashion curation, inventory productivity and vendor relationships.</a:t>
            </a:r>
          </a:p>
          <a:p>
            <a:pPr marL="285750" indent="-285750">
              <a:buFont typeface="Arial" panose="020B0604020202020204" pitchFamily="34" charset="0"/>
              <a:buChar char="•"/>
            </a:pPr>
            <a:endParaRPr lang="en-US">
              <a:solidFill>
                <a:srgbClr val="202122"/>
              </a:solidFill>
              <a:latin typeface="Arial" panose="020B0604020202020204" pitchFamily="34" charset="0"/>
            </a:endParaRPr>
          </a:p>
          <a:p>
            <a:pPr marL="285750" indent="-285750">
              <a:buFont typeface="Arial" panose="020B0604020202020204" pitchFamily="34" charset="0"/>
              <a:buChar char="•"/>
            </a:pPr>
            <a:r>
              <a:rPr lang="en-US" b="0" i="0">
                <a:solidFill>
                  <a:srgbClr val="202122"/>
                </a:solidFill>
                <a:effectLst/>
                <a:latin typeface="Arial" panose="020B0604020202020204" pitchFamily="34" charset="0"/>
              </a:rPr>
              <a:t>Macy's as of October 29, 2022, has 510 stores throughout </a:t>
            </a:r>
            <a:r>
              <a:rPr lang="en-US">
                <a:solidFill>
                  <a:srgbClr val="202122"/>
                </a:solidFill>
                <a:latin typeface="Arial" panose="020B0604020202020204" pitchFamily="34" charset="0"/>
              </a:rPr>
              <a:t>United States</a:t>
            </a:r>
          </a:p>
        </p:txBody>
      </p:sp>
    </p:spTree>
    <p:extLst>
      <p:ext uri="{BB962C8B-B14F-4D97-AF65-F5344CB8AC3E}">
        <p14:creationId xmlns:p14="http://schemas.microsoft.com/office/powerpoint/2010/main" val="3805492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9C7B69-7125-EA69-6BBB-D4D3E01B858F}"/>
              </a:ext>
            </a:extLst>
          </p:cNvPr>
          <p:cNvSpPr/>
          <p:nvPr/>
        </p:nvSpPr>
        <p:spPr>
          <a:xfrm>
            <a:off x="1"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149CA58-C4E0-2B5B-CFD4-AC051F9D2C28}"/>
              </a:ext>
            </a:extLst>
          </p:cNvPr>
          <p:cNvSpPr txBox="1"/>
          <p:nvPr/>
        </p:nvSpPr>
        <p:spPr>
          <a:xfrm>
            <a:off x="222738" y="2890391"/>
            <a:ext cx="1957753" cy="1077218"/>
          </a:xfrm>
          <a:prstGeom prst="rect">
            <a:avLst/>
          </a:prstGeom>
          <a:noFill/>
        </p:spPr>
        <p:txBody>
          <a:bodyPr wrap="square" rtlCol="0">
            <a:spAutoFit/>
          </a:bodyPr>
          <a:lstStyle/>
          <a:p>
            <a:pPr algn="ctr"/>
            <a:r>
              <a:rPr lang="en-US" sz="3200"/>
              <a:t>Company Target</a:t>
            </a:r>
          </a:p>
        </p:txBody>
      </p:sp>
      <p:pic>
        <p:nvPicPr>
          <p:cNvPr id="5" name="Picture 4">
            <a:extLst>
              <a:ext uri="{FF2B5EF4-FFF2-40B4-BE49-F238E27FC236}">
                <a16:creationId xmlns:a16="http://schemas.microsoft.com/office/drawing/2014/main" id="{B6095E9C-49E4-E911-FA49-B790208918A6}"/>
              </a:ext>
            </a:extLst>
          </p:cNvPr>
          <p:cNvPicPr>
            <a:picLocks noChangeAspect="1"/>
          </p:cNvPicPr>
          <p:nvPr/>
        </p:nvPicPr>
        <p:blipFill>
          <a:blip r:embed="rId2"/>
          <a:stretch>
            <a:fillRect/>
          </a:stretch>
        </p:blipFill>
        <p:spPr>
          <a:xfrm>
            <a:off x="7121769" y="1060938"/>
            <a:ext cx="4736123" cy="4736123"/>
          </a:xfrm>
          <a:prstGeom prst="rect">
            <a:avLst/>
          </a:prstGeom>
        </p:spPr>
      </p:pic>
      <p:sp>
        <p:nvSpPr>
          <p:cNvPr id="6" name="TextBox 5">
            <a:extLst>
              <a:ext uri="{FF2B5EF4-FFF2-40B4-BE49-F238E27FC236}">
                <a16:creationId xmlns:a16="http://schemas.microsoft.com/office/drawing/2014/main" id="{BE046CA7-E52A-25F9-11BA-699218E70503}"/>
              </a:ext>
            </a:extLst>
          </p:cNvPr>
          <p:cNvSpPr txBox="1"/>
          <p:nvPr/>
        </p:nvSpPr>
        <p:spPr>
          <a:xfrm>
            <a:off x="2731476" y="1166841"/>
            <a:ext cx="4062045" cy="4524315"/>
          </a:xfrm>
          <a:prstGeom prst="rect">
            <a:avLst/>
          </a:prstGeom>
          <a:noFill/>
        </p:spPr>
        <p:txBody>
          <a:bodyPr wrap="square" rtlCol="0">
            <a:spAutoFit/>
          </a:bodyPr>
          <a:lstStyle/>
          <a:p>
            <a:pPr marL="285750" indent="-285750">
              <a:buFont typeface="Arial" panose="020B0604020202020204" pitchFamily="34" charset="0"/>
              <a:buChar char="•"/>
            </a:pPr>
            <a:r>
              <a:rPr lang="en-US">
                <a:solidFill>
                  <a:srgbClr val="202122"/>
                </a:solidFill>
                <a:latin typeface="Arial" panose="020B0604020202020204" pitchFamily="34" charset="0"/>
              </a:rPr>
              <a:t>Macy's target consumers for the Macy's brand stores are the American middle class who prefer quality products at reasonable prices.</a:t>
            </a:r>
          </a:p>
          <a:p>
            <a:endParaRPr lang="en-US">
              <a:solidFill>
                <a:srgbClr val="202122"/>
              </a:solidFill>
              <a:latin typeface="Arial" panose="020B0604020202020204" pitchFamily="34" charset="0"/>
            </a:endParaRPr>
          </a:p>
          <a:p>
            <a:pPr marL="285750" indent="-285750">
              <a:buFont typeface="Arial" panose="020B0604020202020204" pitchFamily="34" charset="0"/>
              <a:buChar char="•"/>
            </a:pPr>
            <a:r>
              <a:rPr lang="en-US">
                <a:solidFill>
                  <a:srgbClr val="202122"/>
                </a:solidFill>
                <a:latin typeface="Arial" panose="020B0604020202020204" pitchFamily="34" charset="0"/>
              </a:rPr>
              <a:t>Macy's is renowned for having excellent customer relationship management.</a:t>
            </a:r>
          </a:p>
          <a:p>
            <a:endParaRPr lang="en-US">
              <a:solidFill>
                <a:srgbClr val="202122"/>
              </a:solidFill>
              <a:latin typeface="Arial" panose="020B0604020202020204" pitchFamily="34" charset="0"/>
            </a:endParaRPr>
          </a:p>
          <a:p>
            <a:pPr marL="285750" indent="-285750">
              <a:buFont typeface="Arial" panose="020B0604020202020204" pitchFamily="34" charset="0"/>
              <a:buChar char="•"/>
            </a:pPr>
            <a:r>
              <a:rPr lang="en-US">
                <a:solidFill>
                  <a:srgbClr val="202122"/>
                </a:solidFill>
                <a:latin typeface="Arial" panose="020B0604020202020204" pitchFamily="34" charset="0"/>
              </a:rPr>
              <a:t>Valuable Brand: Since its founding, Macy's operations were driven by customer-centric strategies. </a:t>
            </a:r>
          </a:p>
          <a:p>
            <a:pPr marL="285750" indent="-285750">
              <a:buFont typeface="Arial" panose="020B0604020202020204" pitchFamily="34" charset="0"/>
              <a:buChar char="•"/>
            </a:pPr>
            <a:endParaRPr lang="en-US">
              <a:solidFill>
                <a:srgbClr val="202122"/>
              </a:solidFill>
              <a:latin typeface="Arial" panose="020B0604020202020204" pitchFamily="34" charset="0"/>
            </a:endParaRPr>
          </a:p>
          <a:p>
            <a:pPr marL="285750" indent="-285750">
              <a:buFont typeface="Arial" panose="020B0604020202020204" pitchFamily="34" charset="0"/>
              <a:buChar char="•"/>
            </a:pPr>
            <a:r>
              <a:rPr lang="en-US">
                <a:solidFill>
                  <a:srgbClr val="202122"/>
                </a:solidFill>
                <a:latin typeface="Arial" panose="020B0604020202020204" pitchFamily="34" charset="0"/>
              </a:rPr>
              <a:t>Macy's is ranked 120th by Fortune in Fortune 500 Companies.</a:t>
            </a:r>
          </a:p>
        </p:txBody>
      </p:sp>
      <p:pic>
        <p:nvPicPr>
          <p:cNvPr id="4" name="Picture 3">
            <a:extLst>
              <a:ext uri="{FF2B5EF4-FFF2-40B4-BE49-F238E27FC236}">
                <a16:creationId xmlns:a16="http://schemas.microsoft.com/office/drawing/2014/main" id="{ABA921EA-5EAB-20C7-6783-35C9B561C379}"/>
              </a:ext>
            </a:extLst>
          </p:cNvPr>
          <p:cNvPicPr>
            <a:picLocks noChangeAspect="1"/>
          </p:cNvPicPr>
          <p:nvPr/>
        </p:nvPicPr>
        <p:blipFill>
          <a:blip r:embed="rId3"/>
          <a:stretch>
            <a:fillRect/>
          </a:stretch>
        </p:blipFill>
        <p:spPr>
          <a:xfrm>
            <a:off x="-1" y="501678"/>
            <a:ext cx="2508738" cy="721344"/>
          </a:xfrm>
          <a:prstGeom prst="rect">
            <a:avLst/>
          </a:prstGeom>
          <a:ln>
            <a:solidFill>
              <a:schemeClr val="tx1"/>
            </a:solidFill>
          </a:ln>
        </p:spPr>
      </p:pic>
    </p:spTree>
    <p:extLst>
      <p:ext uri="{BB962C8B-B14F-4D97-AF65-F5344CB8AC3E}">
        <p14:creationId xmlns:p14="http://schemas.microsoft.com/office/powerpoint/2010/main" val="2904855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224EB2-7B93-C2E0-6BAA-B4C6D0B114D1}"/>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F6727C0-720B-6F4B-9890-3488BDBBE832}"/>
              </a:ext>
            </a:extLst>
          </p:cNvPr>
          <p:cNvSpPr txBox="1"/>
          <p:nvPr/>
        </p:nvSpPr>
        <p:spPr>
          <a:xfrm>
            <a:off x="187569" y="2936630"/>
            <a:ext cx="2133599" cy="984738"/>
          </a:xfrm>
          <a:prstGeom prst="rect">
            <a:avLst/>
          </a:prstGeom>
          <a:noFill/>
        </p:spPr>
        <p:txBody>
          <a:bodyPr wrap="square" rtlCol="0">
            <a:spAutoFit/>
          </a:bodyPr>
          <a:lstStyle/>
          <a:p>
            <a:pPr algn="ctr"/>
            <a:r>
              <a:rPr lang="en-US" sz="2800"/>
              <a:t>Business Objectives</a:t>
            </a:r>
          </a:p>
        </p:txBody>
      </p:sp>
      <p:pic>
        <p:nvPicPr>
          <p:cNvPr id="4" name="Picture 3">
            <a:extLst>
              <a:ext uri="{FF2B5EF4-FFF2-40B4-BE49-F238E27FC236}">
                <a16:creationId xmlns:a16="http://schemas.microsoft.com/office/drawing/2014/main" id="{915B2178-0E46-5561-260C-6908065FBF39}"/>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5" name="TextBox 4">
            <a:extLst>
              <a:ext uri="{FF2B5EF4-FFF2-40B4-BE49-F238E27FC236}">
                <a16:creationId xmlns:a16="http://schemas.microsoft.com/office/drawing/2014/main" id="{4B5DFC65-E6C4-103F-86CB-8AEC58449A7A}"/>
              </a:ext>
            </a:extLst>
          </p:cNvPr>
          <p:cNvSpPr txBox="1"/>
          <p:nvPr/>
        </p:nvSpPr>
        <p:spPr>
          <a:xfrm>
            <a:off x="4419600" y="845469"/>
            <a:ext cx="7338646" cy="5509200"/>
          </a:xfrm>
          <a:prstGeom prst="rect">
            <a:avLst/>
          </a:prstGeom>
          <a:noFill/>
        </p:spPr>
        <p:txBody>
          <a:bodyPr wrap="square" lIns="91440" tIns="45720" rIns="91440" bIns="45720" rtlCol="0" anchor="t">
            <a:spAutoFit/>
          </a:bodyPr>
          <a:lstStyle/>
          <a:p>
            <a:pPr marL="1085850" indent="-285750" rtl="0">
              <a:spcBef>
                <a:spcPts val="1200"/>
              </a:spcBef>
              <a:spcAft>
                <a:spcPts val="1200"/>
              </a:spcAft>
              <a:buFont typeface="Wingdings" pitchFamily="2" charset="2"/>
              <a:buChar char="§"/>
            </a:pPr>
            <a:r>
              <a:rPr lang="en-US" sz="1800" b="0" i="0" u="none" strike="noStrike">
                <a:solidFill>
                  <a:srgbClr val="000000"/>
                </a:solidFill>
                <a:effectLst/>
                <a:latin typeface="Calibri"/>
                <a:cs typeface="Calibri"/>
              </a:rPr>
              <a:t>Expanding usage of data-driven insights that fuel efforts to meet customer needs.</a:t>
            </a:r>
          </a:p>
          <a:p>
            <a:pPr marL="1085850" indent="-285750" rtl="0">
              <a:spcBef>
                <a:spcPts val="1200"/>
              </a:spcBef>
              <a:spcAft>
                <a:spcPts val="1200"/>
              </a:spcAft>
              <a:buFont typeface="Wingdings" pitchFamily="2" charset="2"/>
              <a:buChar char="§"/>
            </a:pPr>
            <a:r>
              <a:rPr lang="en-US" sz="1800" b="0" i="0" u="none" strike="noStrike">
                <a:solidFill>
                  <a:srgbClr val="000000"/>
                </a:solidFill>
                <a:effectLst/>
                <a:latin typeface="Calibri"/>
                <a:cs typeface="Arial"/>
              </a:rPr>
              <a:t>Accelerating economic growth through Product/brand/supplier expansion.</a:t>
            </a:r>
            <a:endParaRPr lang="en-US" b="0">
              <a:effectLst/>
              <a:latin typeface="Calibri"/>
              <a:cs typeface="Arial"/>
            </a:endParaRPr>
          </a:p>
          <a:p>
            <a:pPr marL="1085850" indent="-285750">
              <a:spcBef>
                <a:spcPts val="1200"/>
              </a:spcBef>
              <a:spcAft>
                <a:spcPts val="1200"/>
              </a:spcAft>
              <a:buFont typeface="Wingdings" pitchFamily="2" charset="2"/>
              <a:buChar char="§"/>
            </a:pPr>
            <a:r>
              <a:rPr lang="en-US">
                <a:solidFill>
                  <a:srgbClr val="000000"/>
                </a:solidFill>
                <a:latin typeface="Calibri"/>
                <a:cs typeface="Arial"/>
              </a:rPr>
              <a:t>Directing company’s spend towards technology architecture, data science applications for retail operations, digital platform enhancements, and further upstream, and personalization efforts.</a:t>
            </a:r>
          </a:p>
          <a:p>
            <a:pPr marL="1085850" indent="-285750" rtl="0">
              <a:spcBef>
                <a:spcPts val="1200"/>
              </a:spcBef>
              <a:spcAft>
                <a:spcPts val="1200"/>
              </a:spcAft>
              <a:buFont typeface="Wingdings" pitchFamily="2" charset="2"/>
              <a:buChar char="§"/>
            </a:pPr>
            <a:r>
              <a:rPr lang="en-US" sz="1800" b="0" i="0" u="none" strike="noStrike">
                <a:solidFill>
                  <a:srgbClr val="000000"/>
                </a:solidFill>
                <a:effectLst/>
                <a:latin typeface="Calibri"/>
                <a:cs typeface="Calibri"/>
              </a:rPr>
              <a:t>Enhancing digital marketplace and launching new offerings.</a:t>
            </a:r>
            <a:endParaRPr lang="en-US" b="0">
              <a:effectLst/>
              <a:latin typeface="Calibri"/>
              <a:cs typeface="Calibri"/>
            </a:endParaRPr>
          </a:p>
          <a:p>
            <a:pPr marL="1085850" indent="-285750" rtl="0">
              <a:spcBef>
                <a:spcPts val="1200"/>
              </a:spcBef>
              <a:spcAft>
                <a:spcPts val="1200"/>
              </a:spcAft>
              <a:buFont typeface="Wingdings" pitchFamily="2" charset="2"/>
              <a:buChar char="§"/>
            </a:pPr>
            <a:r>
              <a:rPr lang="en-US" sz="1800" b="0" i="0" u="none" strike="noStrike">
                <a:solidFill>
                  <a:srgbClr val="000000"/>
                </a:solidFill>
                <a:effectLst/>
                <a:latin typeface="Calibri"/>
                <a:cs typeface="Arial"/>
              </a:rPr>
              <a:t>Building upon strong merchandise foundation with key categories.</a:t>
            </a:r>
            <a:endParaRPr lang="en-US" b="0">
              <a:effectLst/>
              <a:latin typeface="Calibri"/>
              <a:cs typeface="Arial"/>
            </a:endParaRPr>
          </a:p>
          <a:p>
            <a:pPr marL="1085850" indent="-285750">
              <a:spcBef>
                <a:spcPts val="1200"/>
              </a:spcBef>
              <a:spcAft>
                <a:spcPts val="1200"/>
              </a:spcAft>
              <a:buFont typeface="Wingdings" pitchFamily="2" charset="2"/>
              <a:buChar char="§"/>
            </a:pPr>
            <a:r>
              <a:rPr lang="en-US"/>
              <a:t>Increase engagement through marketing and the star rewards Loyalty Program.</a:t>
            </a:r>
            <a:br>
              <a:rPr lang="en-US"/>
            </a:br>
            <a:endParaRPr lang="en-US"/>
          </a:p>
        </p:txBody>
      </p:sp>
      <p:pic>
        <p:nvPicPr>
          <p:cNvPr id="9" name="Picture 8">
            <a:extLst>
              <a:ext uri="{FF2B5EF4-FFF2-40B4-BE49-F238E27FC236}">
                <a16:creationId xmlns:a16="http://schemas.microsoft.com/office/drawing/2014/main" id="{A8990B22-56AC-9DE2-4928-1B1D2239AFC3}"/>
              </a:ext>
            </a:extLst>
          </p:cNvPr>
          <p:cNvPicPr>
            <a:picLocks noChangeAspect="1"/>
          </p:cNvPicPr>
          <p:nvPr/>
        </p:nvPicPr>
        <p:blipFill rotWithShape="1">
          <a:blip r:embed="rId3"/>
          <a:srcRect l="6250" t="16586" r="11178" b="12740"/>
          <a:stretch/>
        </p:blipFill>
        <p:spPr>
          <a:xfrm>
            <a:off x="2508737" y="2567352"/>
            <a:ext cx="2684585" cy="1723293"/>
          </a:xfrm>
          <a:prstGeom prst="rect">
            <a:avLst/>
          </a:prstGeom>
        </p:spPr>
      </p:pic>
    </p:spTree>
    <p:extLst>
      <p:ext uri="{BB962C8B-B14F-4D97-AF65-F5344CB8AC3E}">
        <p14:creationId xmlns:p14="http://schemas.microsoft.com/office/powerpoint/2010/main" val="3884766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54F92B-52ED-862F-F5C9-BDC59A7BDA0D}"/>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067533-D5F4-DD19-6D76-7A62C26DF621}"/>
              </a:ext>
            </a:extLst>
          </p:cNvPr>
          <p:cNvSpPr txBox="1"/>
          <p:nvPr/>
        </p:nvSpPr>
        <p:spPr>
          <a:xfrm>
            <a:off x="175846" y="2736501"/>
            <a:ext cx="2157045" cy="1384995"/>
          </a:xfrm>
          <a:prstGeom prst="rect">
            <a:avLst/>
          </a:prstGeom>
          <a:noFill/>
        </p:spPr>
        <p:txBody>
          <a:bodyPr wrap="square" rtlCol="0">
            <a:spAutoFit/>
          </a:bodyPr>
          <a:lstStyle/>
          <a:p>
            <a:pPr algn="ctr"/>
            <a:r>
              <a:rPr lang="en-US" sz="2800"/>
              <a:t>Key Performance Indicators</a:t>
            </a:r>
          </a:p>
        </p:txBody>
      </p:sp>
      <p:pic>
        <p:nvPicPr>
          <p:cNvPr id="9" name="Picture 8">
            <a:extLst>
              <a:ext uri="{FF2B5EF4-FFF2-40B4-BE49-F238E27FC236}">
                <a16:creationId xmlns:a16="http://schemas.microsoft.com/office/drawing/2014/main" id="{A5983B83-8CDE-E6FB-57FC-D1F449CE5DD6}"/>
              </a:ext>
            </a:extLst>
          </p:cNvPr>
          <p:cNvPicPr>
            <a:picLocks noChangeAspect="1"/>
          </p:cNvPicPr>
          <p:nvPr/>
        </p:nvPicPr>
        <p:blipFill>
          <a:blip r:embed="rId2"/>
          <a:stretch>
            <a:fillRect/>
          </a:stretch>
        </p:blipFill>
        <p:spPr>
          <a:xfrm>
            <a:off x="3044677" y="135895"/>
            <a:ext cx="1446720" cy="1446720"/>
          </a:xfrm>
          <a:prstGeom prst="rect">
            <a:avLst/>
          </a:prstGeom>
        </p:spPr>
      </p:pic>
      <p:sp>
        <p:nvSpPr>
          <p:cNvPr id="14" name="TextBox 13">
            <a:extLst>
              <a:ext uri="{FF2B5EF4-FFF2-40B4-BE49-F238E27FC236}">
                <a16:creationId xmlns:a16="http://schemas.microsoft.com/office/drawing/2014/main" id="{436179EF-AA13-A1C8-2142-2B81C8EA15A9}"/>
              </a:ext>
            </a:extLst>
          </p:cNvPr>
          <p:cNvSpPr txBox="1"/>
          <p:nvPr/>
        </p:nvSpPr>
        <p:spPr>
          <a:xfrm>
            <a:off x="4665785" y="404805"/>
            <a:ext cx="7362091" cy="738664"/>
          </a:xfrm>
          <a:prstGeom prst="rect">
            <a:avLst/>
          </a:prstGeom>
          <a:noFill/>
        </p:spPr>
        <p:txBody>
          <a:bodyPr wrap="square" rtlCol="0">
            <a:spAutoFit/>
          </a:bodyPr>
          <a:lstStyle/>
          <a:p>
            <a:pPr marL="457200" rtl="0">
              <a:spcBef>
                <a:spcPts val="0"/>
              </a:spcBef>
              <a:spcAft>
                <a:spcPts val="0"/>
              </a:spcAft>
            </a:pPr>
            <a:r>
              <a:rPr lang="en-US"/>
              <a:t>Bounce Rate - </a:t>
            </a:r>
            <a:r>
              <a:rPr lang="en-US" sz="1200" b="0" i="0" u="none" strike="noStrike">
                <a:solidFill>
                  <a:srgbClr val="1F1F1F"/>
                </a:solidFill>
                <a:effectLst/>
                <a:latin typeface="Century Gothic" panose="020B0502020202020204" pitchFamily="34" charset="0"/>
              </a:rPr>
              <a:t>Bounce rate is single-page sessions divided by all sessions, or the percentage of all sessions on your site in which users viewed only a single page and triggered only a single request to the Analytics server</a:t>
            </a:r>
            <a:endParaRPr lang="en-US" sz="1200" b="0">
              <a:effectLst/>
            </a:endParaRPr>
          </a:p>
        </p:txBody>
      </p:sp>
      <p:pic>
        <p:nvPicPr>
          <p:cNvPr id="4" name="Picture 3">
            <a:extLst>
              <a:ext uri="{FF2B5EF4-FFF2-40B4-BE49-F238E27FC236}">
                <a16:creationId xmlns:a16="http://schemas.microsoft.com/office/drawing/2014/main" id="{48A37B2C-6424-C2B9-E848-91F7346BFF66}"/>
              </a:ext>
            </a:extLst>
          </p:cNvPr>
          <p:cNvPicPr>
            <a:picLocks noChangeAspect="1"/>
          </p:cNvPicPr>
          <p:nvPr/>
        </p:nvPicPr>
        <p:blipFill>
          <a:blip r:embed="rId3"/>
          <a:stretch>
            <a:fillRect/>
          </a:stretch>
        </p:blipFill>
        <p:spPr>
          <a:xfrm>
            <a:off x="-1" y="501678"/>
            <a:ext cx="2508738" cy="721344"/>
          </a:xfrm>
          <a:prstGeom prst="rect">
            <a:avLst/>
          </a:prstGeom>
          <a:ln>
            <a:solidFill>
              <a:schemeClr val="tx1"/>
            </a:solidFill>
          </a:ln>
        </p:spPr>
      </p:pic>
      <p:pic>
        <p:nvPicPr>
          <p:cNvPr id="8" name="Picture 7">
            <a:extLst>
              <a:ext uri="{FF2B5EF4-FFF2-40B4-BE49-F238E27FC236}">
                <a16:creationId xmlns:a16="http://schemas.microsoft.com/office/drawing/2014/main" id="{931255E6-DB6A-DE4D-BC9C-A0C7E3CC42F3}"/>
              </a:ext>
            </a:extLst>
          </p:cNvPr>
          <p:cNvPicPr>
            <a:picLocks noChangeAspect="1"/>
          </p:cNvPicPr>
          <p:nvPr/>
        </p:nvPicPr>
        <p:blipFill>
          <a:blip r:embed="rId4"/>
          <a:stretch>
            <a:fillRect/>
          </a:stretch>
        </p:blipFill>
        <p:spPr>
          <a:xfrm>
            <a:off x="3020384" y="1906759"/>
            <a:ext cx="1558641" cy="1142210"/>
          </a:xfrm>
          <a:prstGeom prst="rect">
            <a:avLst/>
          </a:prstGeom>
        </p:spPr>
      </p:pic>
      <p:pic>
        <p:nvPicPr>
          <p:cNvPr id="16" name="Picture 15">
            <a:extLst>
              <a:ext uri="{FF2B5EF4-FFF2-40B4-BE49-F238E27FC236}">
                <a16:creationId xmlns:a16="http://schemas.microsoft.com/office/drawing/2014/main" id="{B9EF69BE-1F4B-04A0-44E3-5C53D027D861}"/>
              </a:ext>
            </a:extLst>
          </p:cNvPr>
          <p:cNvPicPr>
            <a:picLocks noChangeAspect="1"/>
          </p:cNvPicPr>
          <p:nvPr/>
        </p:nvPicPr>
        <p:blipFill>
          <a:blip r:embed="rId5"/>
          <a:stretch>
            <a:fillRect/>
          </a:stretch>
        </p:blipFill>
        <p:spPr>
          <a:xfrm>
            <a:off x="3118354" y="3538994"/>
            <a:ext cx="1299366" cy="1299366"/>
          </a:xfrm>
          <a:prstGeom prst="rect">
            <a:avLst/>
          </a:prstGeom>
        </p:spPr>
      </p:pic>
      <p:pic>
        <p:nvPicPr>
          <p:cNvPr id="18" name="Picture 17">
            <a:extLst>
              <a:ext uri="{FF2B5EF4-FFF2-40B4-BE49-F238E27FC236}">
                <a16:creationId xmlns:a16="http://schemas.microsoft.com/office/drawing/2014/main" id="{E2C2DD07-27A2-4440-CEC1-36ECCB2BA80F}"/>
              </a:ext>
            </a:extLst>
          </p:cNvPr>
          <p:cNvPicPr>
            <a:picLocks noChangeAspect="1"/>
          </p:cNvPicPr>
          <p:nvPr/>
        </p:nvPicPr>
        <p:blipFill rotWithShape="1">
          <a:blip r:embed="rId6"/>
          <a:srcRect l="10625" t="12089" r="9665" b="12876"/>
          <a:stretch/>
        </p:blipFill>
        <p:spPr>
          <a:xfrm>
            <a:off x="3118354" y="5328385"/>
            <a:ext cx="1299366" cy="1223147"/>
          </a:xfrm>
          <a:prstGeom prst="rect">
            <a:avLst/>
          </a:prstGeom>
        </p:spPr>
      </p:pic>
      <p:sp>
        <p:nvSpPr>
          <p:cNvPr id="19" name="TextBox 18">
            <a:extLst>
              <a:ext uri="{FF2B5EF4-FFF2-40B4-BE49-F238E27FC236}">
                <a16:creationId xmlns:a16="http://schemas.microsoft.com/office/drawing/2014/main" id="{4821B6B0-DB01-3EE0-F07D-46CD40BA56F8}"/>
              </a:ext>
            </a:extLst>
          </p:cNvPr>
          <p:cNvSpPr txBox="1"/>
          <p:nvPr/>
        </p:nvSpPr>
        <p:spPr>
          <a:xfrm>
            <a:off x="4654062" y="2016199"/>
            <a:ext cx="7362091" cy="923330"/>
          </a:xfrm>
          <a:prstGeom prst="rect">
            <a:avLst/>
          </a:prstGeom>
          <a:noFill/>
        </p:spPr>
        <p:txBody>
          <a:bodyPr wrap="square" rtlCol="0">
            <a:spAutoFit/>
          </a:bodyPr>
          <a:lstStyle/>
          <a:p>
            <a:pPr marL="457200" rtl="0">
              <a:spcBef>
                <a:spcPts val="0"/>
              </a:spcBef>
              <a:spcAft>
                <a:spcPts val="0"/>
              </a:spcAft>
            </a:pPr>
            <a:r>
              <a:rPr lang="en-US"/>
              <a:t>Conversion Rate - </a:t>
            </a:r>
            <a:r>
              <a:rPr lang="en-US" sz="1200">
                <a:solidFill>
                  <a:srgbClr val="1F1F1F"/>
                </a:solidFill>
                <a:latin typeface="Century Gothic" panose="020B0502020202020204" pitchFamily="34" charset="0"/>
              </a:rPr>
              <a:t>Conversion rate is the percentage of visitors to your website that complete a desired goal (a </a:t>
            </a:r>
            <a:r>
              <a:rPr lang="en-US" sz="1200">
                <a:solidFill>
                  <a:srgbClr val="1F1F1F"/>
                </a:solidFill>
                <a:latin typeface="Century Gothic" panose="020B0502020202020204" pitchFamily="34" charset="0"/>
                <a:hlinkClick r:id="rId7" tooltip="Conversion: What Is a Conversion?">
                  <a:extLst>
                    <a:ext uri="{A12FA001-AC4F-418D-AE19-62706E023703}">
                      <ahyp:hlinkClr xmlns:ahyp="http://schemas.microsoft.com/office/drawing/2018/hyperlinkcolor" val="tx"/>
                    </a:ext>
                  </a:extLst>
                </a:hlinkClick>
              </a:rPr>
              <a:t>conversion</a:t>
            </a:r>
            <a:r>
              <a:rPr lang="en-US" sz="1200">
                <a:solidFill>
                  <a:srgbClr val="1F1F1F"/>
                </a:solidFill>
                <a:latin typeface="Century Gothic" panose="020B0502020202020204" pitchFamily="34" charset="0"/>
              </a:rPr>
              <a:t>) out of the total number of visitors. A </a:t>
            </a:r>
            <a:r>
              <a:rPr lang="en-US" sz="1200">
                <a:solidFill>
                  <a:srgbClr val="1F1F1F"/>
                </a:solidFill>
                <a:latin typeface="Century Gothic" panose="020B0502020202020204" pitchFamily="34" charset="0"/>
                <a:hlinkClick r:id="rId8">
                  <a:extLst>
                    <a:ext uri="{A12FA001-AC4F-418D-AE19-62706E023703}">
                      <ahyp:hlinkClr xmlns:ahyp="http://schemas.microsoft.com/office/drawing/2018/hyperlinkcolor" val="tx"/>
                    </a:ext>
                  </a:extLst>
                </a:hlinkClick>
              </a:rPr>
              <a:t>high conversion rate</a:t>
            </a:r>
            <a:r>
              <a:rPr lang="en-US" sz="1200">
                <a:solidFill>
                  <a:srgbClr val="1F1F1F"/>
                </a:solidFill>
                <a:latin typeface="Century Gothic" panose="020B0502020202020204" pitchFamily="34" charset="0"/>
              </a:rPr>
              <a:t> is indicative of successful marketing and web design: It means people want what you’re offering, and they’re easily able to get it.</a:t>
            </a:r>
          </a:p>
        </p:txBody>
      </p:sp>
      <p:sp>
        <p:nvSpPr>
          <p:cNvPr id="20" name="TextBox 19">
            <a:extLst>
              <a:ext uri="{FF2B5EF4-FFF2-40B4-BE49-F238E27FC236}">
                <a16:creationId xmlns:a16="http://schemas.microsoft.com/office/drawing/2014/main" id="{90F14AD5-E2BA-5AA4-20CB-99FFE708E2F8}"/>
              </a:ext>
            </a:extLst>
          </p:cNvPr>
          <p:cNvSpPr txBox="1"/>
          <p:nvPr/>
        </p:nvSpPr>
        <p:spPr>
          <a:xfrm>
            <a:off x="4665785" y="3752164"/>
            <a:ext cx="7362091" cy="738664"/>
          </a:xfrm>
          <a:prstGeom prst="rect">
            <a:avLst/>
          </a:prstGeom>
          <a:noFill/>
        </p:spPr>
        <p:txBody>
          <a:bodyPr wrap="square" rtlCol="0">
            <a:spAutoFit/>
          </a:bodyPr>
          <a:lstStyle/>
          <a:p>
            <a:pPr marL="457200" rtl="0">
              <a:spcBef>
                <a:spcPts val="0"/>
              </a:spcBef>
              <a:spcAft>
                <a:spcPts val="0"/>
              </a:spcAft>
            </a:pPr>
            <a:r>
              <a:rPr lang="en-US"/>
              <a:t>Average Order Value - </a:t>
            </a:r>
            <a:r>
              <a:rPr lang="en-US" sz="1200">
                <a:solidFill>
                  <a:srgbClr val="1F1F1F"/>
                </a:solidFill>
                <a:latin typeface="Century Gothic" panose="020B0502020202020204" pitchFamily="34" charset="0"/>
              </a:rPr>
              <a:t>Average order value (AOV) tracks the average dollar amount spent each time a customer places an order on a website or mobile app. To calculate your company's average order value, simply divide total revenue by the number of orders.</a:t>
            </a:r>
          </a:p>
        </p:txBody>
      </p:sp>
      <p:sp>
        <p:nvSpPr>
          <p:cNvPr id="21" name="TextBox 20">
            <a:extLst>
              <a:ext uri="{FF2B5EF4-FFF2-40B4-BE49-F238E27FC236}">
                <a16:creationId xmlns:a16="http://schemas.microsoft.com/office/drawing/2014/main" id="{90EAFEE4-8308-216E-C110-1986AD214184}"/>
              </a:ext>
            </a:extLst>
          </p:cNvPr>
          <p:cNvSpPr txBox="1"/>
          <p:nvPr/>
        </p:nvSpPr>
        <p:spPr>
          <a:xfrm>
            <a:off x="4654062" y="5455891"/>
            <a:ext cx="7362091" cy="923330"/>
          </a:xfrm>
          <a:prstGeom prst="rect">
            <a:avLst/>
          </a:prstGeom>
          <a:noFill/>
        </p:spPr>
        <p:txBody>
          <a:bodyPr wrap="square" rtlCol="0">
            <a:spAutoFit/>
          </a:bodyPr>
          <a:lstStyle/>
          <a:p>
            <a:pPr marL="457200" rtl="0">
              <a:spcBef>
                <a:spcPts val="0"/>
              </a:spcBef>
              <a:spcAft>
                <a:spcPts val="0"/>
              </a:spcAft>
            </a:pPr>
            <a:r>
              <a:rPr lang="en-US"/>
              <a:t>Revenue Per Visit - </a:t>
            </a:r>
            <a:r>
              <a:rPr lang="en-US" sz="1200">
                <a:solidFill>
                  <a:srgbClr val="1F1F1F"/>
                </a:solidFill>
                <a:latin typeface="Century Gothic" panose="020B0502020202020204" pitchFamily="34" charset="0"/>
              </a:rPr>
              <a:t>Revenue Growth is a KPI used to measure how sales are increasing or decreasing over time. It is calculated by dividing revenue generated during one time period by the revenue generated during a subsequent time period, subtracting 1, and then multiplying by 100 to obtain a percentage.</a:t>
            </a:r>
          </a:p>
        </p:txBody>
      </p:sp>
    </p:spTree>
    <p:extLst>
      <p:ext uri="{BB962C8B-B14F-4D97-AF65-F5344CB8AC3E}">
        <p14:creationId xmlns:p14="http://schemas.microsoft.com/office/powerpoint/2010/main" val="1074832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CD7F79-731D-F8FC-47B6-3F1AF04F1808}"/>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A1D3303-B88A-4ED1-30A9-4075985E8788}"/>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pic>
        <p:nvPicPr>
          <p:cNvPr id="4" name="Picture 3">
            <a:extLst>
              <a:ext uri="{FF2B5EF4-FFF2-40B4-BE49-F238E27FC236}">
                <a16:creationId xmlns:a16="http://schemas.microsoft.com/office/drawing/2014/main" id="{DE1CDC87-52F8-8173-DC0A-5B3F66134013}"/>
              </a:ext>
            </a:extLst>
          </p:cNvPr>
          <p:cNvPicPr>
            <a:picLocks noChangeAspect="1"/>
          </p:cNvPicPr>
          <p:nvPr/>
        </p:nvPicPr>
        <p:blipFill>
          <a:blip r:embed="rId3"/>
          <a:stretch>
            <a:fillRect/>
          </a:stretch>
        </p:blipFill>
        <p:spPr>
          <a:xfrm>
            <a:off x="3819679" y="480874"/>
            <a:ext cx="1738156" cy="1829638"/>
          </a:xfrm>
          <a:prstGeom prst="rect">
            <a:avLst/>
          </a:prstGeom>
        </p:spPr>
      </p:pic>
      <p:sp>
        <p:nvSpPr>
          <p:cNvPr id="6" name="TextBox 5">
            <a:extLst>
              <a:ext uri="{FF2B5EF4-FFF2-40B4-BE49-F238E27FC236}">
                <a16:creationId xmlns:a16="http://schemas.microsoft.com/office/drawing/2014/main" id="{DD387F58-7530-73F0-4701-39AAD5A1BAED}"/>
              </a:ext>
            </a:extLst>
          </p:cNvPr>
          <p:cNvSpPr txBox="1"/>
          <p:nvPr/>
        </p:nvSpPr>
        <p:spPr>
          <a:xfrm>
            <a:off x="2712576" y="2301690"/>
            <a:ext cx="4530942" cy="923330"/>
          </a:xfrm>
          <a:prstGeom prst="rect">
            <a:avLst/>
          </a:prstGeom>
          <a:noFill/>
        </p:spPr>
        <p:txBody>
          <a:bodyPr wrap="square" rtlCol="0">
            <a:spAutoFit/>
          </a:bodyPr>
          <a:lstStyle/>
          <a:p>
            <a:pPr algn="just" rtl="0" fontAlgn="base">
              <a:spcBef>
                <a:spcPts val="0"/>
              </a:spcBef>
              <a:spcAft>
                <a:spcPts val="0"/>
              </a:spcAft>
            </a:pPr>
            <a:r>
              <a:rPr lang="en-US"/>
              <a:t>New users VS Returning User - </a:t>
            </a:r>
            <a:r>
              <a:rPr lang="en-US" sz="1200" b="0" i="0" u="none" strike="noStrike">
                <a:solidFill>
                  <a:srgbClr val="000000"/>
                </a:solidFill>
                <a:effectLst/>
                <a:latin typeface="Century Gothic" panose="020B0502020202020204" pitchFamily="34" charset="0"/>
              </a:rPr>
              <a:t>New users are users who have never been to your website, </a:t>
            </a:r>
            <a:r>
              <a:rPr lang="en-US" sz="1200" b="0" i="1" u="none" strike="noStrike">
                <a:solidFill>
                  <a:srgbClr val="000000"/>
                </a:solidFill>
                <a:effectLst/>
                <a:latin typeface="Century Gothic" panose="020B0502020202020204" pitchFamily="34" charset="0"/>
              </a:rPr>
              <a:t>according to Google’s tracking snippet</a:t>
            </a:r>
            <a:r>
              <a:rPr lang="en-US" sz="1200" b="0" i="0" u="none" strike="noStrike">
                <a:solidFill>
                  <a:srgbClr val="000000"/>
                </a:solidFill>
                <a:effectLst/>
                <a:latin typeface="Century Gothic" panose="020B0502020202020204" pitchFamily="34" charset="0"/>
              </a:rPr>
              <a:t>; returning users have visited your site before.</a:t>
            </a:r>
            <a:endParaRPr lang="en-US" sz="1200" b="0" i="0" u="none" strike="noStrike">
              <a:solidFill>
                <a:srgbClr val="A53010"/>
              </a:solidFill>
              <a:effectLst/>
              <a:latin typeface="Noto Sans Symbols"/>
            </a:endParaRPr>
          </a:p>
        </p:txBody>
      </p:sp>
      <p:pic>
        <p:nvPicPr>
          <p:cNvPr id="7" name="Picture 6">
            <a:extLst>
              <a:ext uri="{FF2B5EF4-FFF2-40B4-BE49-F238E27FC236}">
                <a16:creationId xmlns:a16="http://schemas.microsoft.com/office/drawing/2014/main" id="{A1F7A9C3-3AC5-57B7-E1D8-0194165C6A1B}"/>
              </a:ext>
            </a:extLst>
          </p:cNvPr>
          <p:cNvPicPr>
            <a:picLocks noChangeAspect="1"/>
          </p:cNvPicPr>
          <p:nvPr/>
        </p:nvPicPr>
        <p:blipFill>
          <a:blip r:embed="rId4"/>
          <a:stretch>
            <a:fillRect/>
          </a:stretch>
        </p:blipFill>
        <p:spPr>
          <a:xfrm>
            <a:off x="9279012" y="437021"/>
            <a:ext cx="1529680" cy="1822869"/>
          </a:xfrm>
          <a:prstGeom prst="rect">
            <a:avLst/>
          </a:prstGeom>
        </p:spPr>
      </p:pic>
      <p:sp>
        <p:nvSpPr>
          <p:cNvPr id="8" name="TextBox 7">
            <a:extLst>
              <a:ext uri="{FF2B5EF4-FFF2-40B4-BE49-F238E27FC236}">
                <a16:creationId xmlns:a16="http://schemas.microsoft.com/office/drawing/2014/main" id="{A25C7EB4-81CA-5394-E270-281128519E62}"/>
              </a:ext>
            </a:extLst>
          </p:cNvPr>
          <p:cNvSpPr txBox="1"/>
          <p:nvPr/>
        </p:nvSpPr>
        <p:spPr>
          <a:xfrm>
            <a:off x="7447356" y="2313579"/>
            <a:ext cx="4530942" cy="1107996"/>
          </a:xfrm>
          <a:prstGeom prst="rect">
            <a:avLst/>
          </a:prstGeom>
          <a:noFill/>
        </p:spPr>
        <p:txBody>
          <a:bodyPr wrap="square" rtlCol="0">
            <a:spAutoFit/>
          </a:bodyPr>
          <a:lstStyle/>
          <a:p>
            <a:pPr algn="just"/>
            <a:r>
              <a:rPr lang="en-US"/>
              <a:t>Sessions Per User - </a:t>
            </a:r>
            <a:r>
              <a:rPr lang="en-US" sz="1200">
                <a:solidFill>
                  <a:srgbClr val="000000"/>
                </a:solidFill>
                <a:latin typeface="Century Gothic" panose="020B0502020202020204" pitchFamily="34" charset="0"/>
              </a:rPr>
              <a:t>Sessions per User counts the average number of sessions initiated by each user or visitor to your website/application. This metric is mainly used to determine how frequently users return to your website or app.</a:t>
            </a:r>
          </a:p>
        </p:txBody>
      </p:sp>
      <p:pic>
        <p:nvPicPr>
          <p:cNvPr id="9" name="Picture 8">
            <a:extLst>
              <a:ext uri="{FF2B5EF4-FFF2-40B4-BE49-F238E27FC236}">
                <a16:creationId xmlns:a16="http://schemas.microsoft.com/office/drawing/2014/main" id="{CFB01AA8-0069-2473-9DB6-90B630B45B71}"/>
              </a:ext>
            </a:extLst>
          </p:cNvPr>
          <p:cNvPicPr>
            <a:picLocks noChangeAspect="1"/>
          </p:cNvPicPr>
          <p:nvPr/>
        </p:nvPicPr>
        <p:blipFill>
          <a:blip r:embed="rId5"/>
          <a:stretch>
            <a:fillRect/>
          </a:stretch>
        </p:blipFill>
        <p:spPr>
          <a:xfrm>
            <a:off x="6238924" y="3417112"/>
            <a:ext cx="1738156" cy="1738156"/>
          </a:xfrm>
          <a:prstGeom prst="rect">
            <a:avLst/>
          </a:prstGeom>
        </p:spPr>
      </p:pic>
      <p:sp>
        <p:nvSpPr>
          <p:cNvPr id="10" name="TextBox 9">
            <a:extLst>
              <a:ext uri="{FF2B5EF4-FFF2-40B4-BE49-F238E27FC236}">
                <a16:creationId xmlns:a16="http://schemas.microsoft.com/office/drawing/2014/main" id="{A4EF44EB-9337-CD74-58A9-AEEB6FF7F341}"/>
              </a:ext>
            </a:extLst>
          </p:cNvPr>
          <p:cNvSpPr txBox="1"/>
          <p:nvPr/>
        </p:nvSpPr>
        <p:spPr>
          <a:xfrm>
            <a:off x="468921" y="3167389"/>
            <a:ext cx="1570893" cy="523220"/>
          </a:xfrm>
          <a:prstGeom prst="rect">
            <a:avLst/>
          </a:prstGeom>
          <a:noFill/>
        </p:spPr>
        <p:txBody>
          <a:bodyPr wrap="square" rtlCol="0">
            <a:spAutoFit/>
          </a:bodyPr>
          <a:lstStyle/>
          <a:p>
            <a:pPr algn="ctr"/>
            <a:r>
              <a:rPr lang="en-US" sz="2800"/>
              <a:t>Metrics</a:t>
            </a:r>
          </a:p>
        </p:txBody>
      </p:sp>
      <p:sp>
        <p:nvSpPr>
          <p:cNvPr id="11" name="TextBox 10">
            <a:extLst>
              <a:ext uri="{FF2B5EF4-FFF2-40B4-BE49-F238E27FC236}">
                <a16:creationId xmlns:a16="http://schemas.microsoft.com/office/drawing/2014/main" id="{4CA94F14-C505-19ED-BB31-D6551005A9FD}"/>
              </a:ext>
            </a:extLst>
          </p:cNvPr>
          <p:cNvSpPr txBox="1"/>
          <p:nvPr/>
        </p:nvSpPr>
        <p:spPr>
          <a:xfrm>
            <a:off x="3819679" y="5155268"/>
            <a:ext cx="6576646" cy="923330"/>
          </a:xfrm>
          <a:prstGeom prst="rect">
            <a:avLst/>
          </a:prstGeom>
          <a:noFill/>
        </p:spPr>
        <p:txBody>
          <a:bodyPr wrap="square" rtlCol="0">
            <a:spAutoFit/>
          </a:bodyPr>
          <a:lstStyle/>
          <a:p>
            <a:pPr marL="457200" algn="just" rtl="0">
              <a:spcBef>
                <a:spcPts val="0"/>
              </a:spcBef>
              <a:spcAft>
                <a:spcPts val="0"/>
              </a:spcAft>
            </a:pPr>
            <a:r>
              <a:rPr lang="en-US"/>
              <a:t>Average Session Duration - </a:t>
            </a:r>
            <a:r>
              <a:rPr lang="en-US" sz="1200">
                <a:solidFill>
                  <a:srgbClr val="000000"/>
                </a:solidFill>
                <a:latin typeface="Century Gothic" panose="020B0502020202020204" pitchFamily="34" charset="0"/>
              </a:rPr>
              <a:t>Average session duration’ is a metric that measures the average length of sessions on your website. Google Analytics begins counting a session from the moment a user lands on your site, and continues counting until the session ends</a:t>
            </a:r>
            <a:endParaRPr lang="en-US"/>
          </a:p>
        </p:txBody>
      </p:sp>
    </p:spTree>
    <p:extLst>
      <p:ext uri="{BB962C8B-B14F-4D97-AF65-F5344CB8AC3E}">
        <p14:creationId xmlns:p14="http://schemas.microsoft.com/office/powerpoint/2010/main" val="3032903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3919F5-D1D2-D6A7-6F95-9437CD940455}"/>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E575805-E5A8-D593-C0A9-94C70CAAC40F}"/>
              </a:ext>
            </a:extLst>
          </p:cNvPr>
          <p:cNvSpPr txBox="1"/>
          <p:nvPr/>
        </p:nvSpPr>
        <p:spPr>
          <a:xfrm>
            <a:off x="386862" y="2951946"/>
            <a:ext cx="1723292" cy="954107"/>
          </a:xfrm>
          <a:prstGeom prst="rect">
            <a:avLst/>
          </a:prstGeom>
          <a:noFill/>
        </p:spPr>
        <p:txBody>
          <a:bodyPr wrap="square" rtlCol="0">
            <a:spAutoFit/>
          </a:bodyPr>
          <a:lstStyle/>
          <a:p>
            <a:pPr algn="ctr"/>
            <a:r>
              <a:rPr lang="en-US" sz="2800"/>
              <a:t>Bounce Rate</a:t>
            </a:r>
          </a:p>
        </p:txBody>
      </p:sp>
      <p:pic>
        <p:nvPicPr>
          <p:cNvPr id="1026" name="Picture 2">
            <a:extLst>
              <a:ext uri="{FF2B5EF4-FFF2-40B4-BE49-F238E27FC236}">
                <a16:creationId xmlns:a16="http://schemas.microsoft.com/office/drawing/2014/main" id="{F5B894A6-4691-D2FA-2C86-0B2B3A82D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811823"/>
            <a:ext cx="8870533" cy="523435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4E7FDC5-FE59-656D-C59B-1CDF0137E70C}"/>
              </a:ext>
            </a:extLst>
          </p:cNvPr>
          <p:cNvPicPr>
            <a:picLocks noChangeAspect="1"/>
          </p:cNvPicPr>
          <p:nvPr/>
        </p:nvPicPr>
        <p:blipFill>
          <a:blip r:embed="rId3"/>
          <a:stretch>
            <a:fillRect/>
          </a:stretch>
        </p:blipFill>
        <p:spPr>
          <a:xfrm>
            <a:off x="-1" y="501678"/>
            <a:ext cx="2508738" cy="721344"/>
          </a:xfrm>
          <a:prstGeom prst="rect">
            <a:avLst/>
          </a:prstGeom>
        </p:spPr>
      </p:pic>
    </p:spTree>
    <p:extLst>
      <p:ext uri="{BB962C8B-B14F-4D97-AF65-F5344CB8AC3E}">
        <p14:creationId xmlns:p14="http://schemas.microsoft.com/office/powerpoint/2010/main" val="717698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BCA94F-D73D-9BF2-DAE2-551619E78A06}"/>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61DFD11-7AF7-F218-5208-727E5E6933AE}"/>
              </a:ext>
            </a:extLst>
          </p:cNvPr>
          <p:cNvSpPr txBox="1"/>
          <p:nvPr/>
        </p:nvSpPr>
        <p:spPr>
          <a:xfrm>
            <a:off x="334107" y="2736501"/>
            <a:ext cx="1840523" cy="954107"/>
          </a:xfrm>
          <a:prstGeom prst="rect">
            <a:avLst/>
          </a:prstGeom>
          <a:noFill/>
        </p:spPr>
        <p:txBody>
          <a:bodyPr wrap="square" rtlCol="0">
            <a:spAutoFit/>
          </a:bodyPr>
          <a:lstStyle/>
          <a:p>
            <a:pPr algn="ctr"/>
            <a:r>
              <a:rPr lang="en-US" sz="2800"/>
              <a:t>Conversion Rate</a:t>
            </a:r>
          </a:p>
        </p:txBody>
      </p:sp>
      <p:pic>
        <p:nvPicPr>
          <p:cNvPr id="2050" name="Picture 2">
            <a:extLst>
              <a:ext uri="{FF2B5EF4-FFF2-40B4-BE49-F238E27FC236}">
                <a16:creationId xmlns:a16="http://schemas.microsoft.com/office/drawing/2014/main" id="{0CE231F1-07AE-98BC-685E-345DFE927F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0784" y="862350"/>
            <a:ext cx="9202615" cy="15721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D395038-DF74-2C87-D54D-C13D98DC8729}"/>
              </a:ext>
            </a:extLst>
          </p:cNvPr>
          <p:cNvSpPr/>
          <p:nvPr/>
        </p:nvSpPr>
        <p:spPr>
          <a:xfrm>
            <a:off x="2760783" y="2883877"/>
            <a:ext cx="9202615" cy="164123"/>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652976C-5D19-5516-6AE6-B16A161A65B8}"/>
              </a:ext>
            </a:extLst>
          </p:cNvPr>
          <p:cNvPicPr>
            <a:picLocks noChangeAspect="1"/>
          </p:cNvPicPr>
          <p:nvPr/>
        </p:nvPicPr>
        <p:blipFill>
          <a:blip r:embed="rId4"/>
          <a:stretch>
            <a:fillRect/>
          </a:stretch>
        </p:blipFill>
        <p:spPr>
          <a:xfrm>
            <a:off x="-1" y="501678"/>
            <a:ext cx="2508738" cy="721344"/>
          </a:xfrm>
          <a:prstGeom prst="rect">
            <a:avLst/>
          </a:prstGeom>
          <a:ln>
            <a:solidFill>
              <a:schemeClr val="tx1"/>
            </a:solidFill>
          </a:ln>
        </p:spPr>
      </p:pic>
      <p:pic>
        <p:nvPicPr>
          <p:cNvPr id="7" name="Picture 6">
            <a:extLst>
              <a:ext uri="{FF2B5EF4-FFF2-40B4-BE49-F238E27FC236}">
                <a16:creationId xmlns:a16="http://schemas.microsoft.com/office/drawing/2014/main" id="{5E25D146-815A-AC6B-28AB-19E987CEA23F}"/>
              </a:ext>
            </a:extLst>
          </p:cNvPr>
          <p:cNvPicPr>
            <a:picLocks noChangeAspect="1"/>
          </p:cNvPicPr>
          <p:nvPr/>
        </p:nvPicPr>
        <p:blipFill>
          <a:blip r:embed="rId5"/>
          <a:stretch>
            <a:fillRect/>
          </a:stretch>
        </p:blipFill>
        <p:spPr>
          <a:xfrm>
            <a:off x="2760783" y="3123058"/>
            <a:ext cx="5970583" cy="3594134"/>
          </a:xfrm>
          <a:prstGeom prst="rect">
            <a:avLst/>
          </a:prstGeom>
        </p:spPr>
      </p:pic>
      <p:sp>
        <p:nvSpPr>
          <p:cNvPr id="8" name="TextBox 7">
            <a:extLst>
              <a:ext uri="{FF2B5EF4-FFF2-40B4-BE49-F238E27FC236}">
                <a16:creationId xmlns:a16="http://schemas.microsoft.com/office/drawing/2014/main" id="{FAAD50CA-8134-1D78-3551-F019A8F1FE88}"/>
              </a:ext>
            </a:extLst>
          </p:cNvPr>
          <p:cNvSpPr txBox="1"/>
          <p:nvPr/>
        </p:nvSpPr>
        <p:spPr>
          <a:xfrm>
            <a:off x="8843058" y="3429000"/>
            <a:ext cx="3120340" cy="2585323"/>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a:solidFill>
                  <a:srgbClr val="3F3F3F"/>
                </a:solidFill>
                <a:effectLst/>
                <a:latin typeface="Century Gothic" panose="020B0502020202020204" pitchFamily="34" charset="0"/>
              </a:rPr>
              <a:t>Overall: Decreased by 10.51%</a:t>
            </a:r>
          </a:p>
          <a:p>
            <a:pPr marL="285750" indent="-285750">
              <a:buFont typeface="Arial" panose="020B0604020202020204" pitchFamily="34" charset="0"/>
              <a:buChar char="•"/>
            </a:pPr>
            <a:r>
              <a:rPr lang="en-US">
                <a:solidFill>
                  <a:srgbClr val="3F3F3F"/>
                </a:solidFill>
                <a:latin typeface="Century Gothic" panose="020B0502020202020204" pitchFamily="34" charset="0"/>
              </a:rPr>
              <a:t>High Avg. Page depth.</a:t>
            </a:r>
            <a:endParaRPr lang="en-US" sz="1800" b="0" i="0" u="none" strike="noStrike">
              <a:solidFill>
                <a:srgbClr val="3F3F3F"/>
              </a:solidFill>
              <a:effectLst/>
              <a:latin typeface="Century Gothic" panose="020B0502020202020204" pitchFamily="34" charset="0"/>
            </a:endParaRPr>
          </a:p>
          <a:p>
            <a:pPr marL="285750" indent="-285750">
              <a:buFont typeface="Arial" panose="020B0604020202020204" pitchFamily="34" charset="0"/>
              <a:buChar char="•"/>
            </a:pPr>
            <a:r>
              <a:rPr lang="en-US">
                <a:solidFill>
                  <a:srgbClr val="3F3F3F"/>
                </a:solidFill>
                <a:latin typeface="Century Gothic" panose="020B0502020202020204" pitchFamily="34" charset="0"/>
              </a:rPr>
              <a:t>Paid Search: highest conv rate.</a:t>
            </a:r>
          </a:p>
          <a:p>
            <a:pPr marL="285750" indent="-285750">
              <a:buFont typeface="Arial" panose="020B0604020202020204" pitchFamily="34" charset="0"/>
              <a:buChar char="•"/>
            </a:pPr>
            <a:r>
              <a:rPr lang="en-US">
                <a:solidFill>
                  <a:srgbClr val="3F3F3F"/>
                </a:solidFill>
                <a:latin typeface="Century Gothic" panose="020B0502020202020204" pitchFamily="34" charset="0"/>
              </a:rPr>
              <a:t>Best hour: 4 pm</a:t>
            </a:r>
          </a:p>
          <a:p>
            <a:pPr marL="285750" indent="-285750">
              <a:buFont typeface="Arial" panose="020B0604020202020204" pitchFamily="34" charset="0"/>
              <a:buChar char="•"/>
            </a:pPr>
            <a:r>
              <a:rPr lang="en-US">
                <a:solidFill>
                  <a:srgbClr val="3F3F3F"/>
                </a:solidFill>
                <a:latin typeface="Century Gothic" panose="020B0502020202020204" pitchFamily="34" charset="0"/>
              </a:rPr>
              <a:t>Landing page: Men’s T-shirt</a:t>
            </a:r>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180223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A042A9-137C-1FD1-9F5C-2C0A1D930C3A}"/>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E363BC8-E5E2-38B1-6B57-31224FDCE30F}"/>
              </a:ext>
            </a:extLst>
          </p:cNvPr>
          <p:cNvSpPr txBox="1"/>
          <p:nvPr/>
        </p:nvSpPr>
        <p:spPr>
          <a:xfrm>
            <a:off x="375138" y="3075055"/>
            <a:ext cx="1758461" cy="1384995"/>
          </a:xfrm>
          <a:prstGeom prst="rect">
            <a:avLst/>
          </a:prstGeom>
          <a:noFill/>
        </p:spPr>
        <p:txBody>
          <a:bodyPr wrap="square" rtlCol="0">
            <a:spAutoFit/>
          </a:bodyPr>
          <a:lstStyle/>
          <a:p>
            <a:pPr algn="ctr"/>
            <a:r>
              <a:rPr lang="en-US" sz="2800"/>
              <a:t>Average Order Value</a:t>
            </a:r>
          </a:p>
        </p:txBody>
      </p:sp>
      <p:pic>
        <p:nvPicPr>
          <p:cNvPr id="3074" name="Picture 2">
            <a:extLst>
              <a:ext uri="{FF2B5EF4-FFF2-40B4-BE49-F238E27FC236}">
                <a16:creationId xmlns:a16="http://schemas.microsoft.com/office/drawing/2014/main" id="{72DBEACF-21DD-AE4B-19B0-15F4E0189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7691" y="386585"/>
            <a:ext cx="9413631" cy="223451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DC7AE0A-3D82-4CD2-12E1-32CE80DB6C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0535" y="2858639"/>
            <a:ext cx="5907942" cy="181782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90E1A9F-25C8-191B-461B-C07F6E01DC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1677" y="4852654"/>
            <a:ext cx="5907942" cy="179000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A5FC783-CD3C-2A4E-343D-3342B105766E}"/>
              </a:ext>
            </a:extLst>
          </p:cNvPr>
          <p:cNvPicPr>
            <a:picLocks noChangeAspect="1"/>
          </p:cNvPicPr>
          <p:nvPr/>
        </p:nvPicPr>
        <p:blipFill>
          <a:blip r:embed="rId5"/>
          <a:stretch>
            <a:fillRect/>
          </a:stretch>
        </p:blipFill>
        <p:spPr>
          <a:xfrm>
            <a:off x="-1" y="501678"/>
            <a:ext cx="2508738" cy="721344"/>
          </a:xfrm>
          <a:prstGeom prst="rect">
            <a:avLst/>
          </a:prstGeom>
          <a:ln>
            <a:solidFill>
              <a:schemeClr val="tx1"/>
            </a:solidFill>
          </a:ln>
        </p:spPr>
      </p:pic>
    </p:spTree>
    <p:extLst>
      <p:ext uri="{BB962C8B-B14F-4D97-AF65-F5344CB8AC3E}">
        <p14:creationId xmlns:p14="http://schemas.microsoft.com/office/powerpoint/2010/main" val="944082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402E4E-0862-8215-89FC-27EAAABB69F3}"/>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70F3DC7-5EAB-2F63-C1A3-7D21015BC391}"/>
              </a:ext>
            </a:extLst>
          </p:cNvPr>
          <p:cNvSpPr txBox="1"/>
          <p:nvPr/>
        </p:nvSpPr>
        <p:spPr>
          <a:xfrm>
            <a:off x="392722" y="3167389"/>
            <a:ext cx="1723293" cy="523220"/>
          </a:xfrm>
          <a:prstGeom prst="rect">
            <a:avLst/>
          </a:prstGeom>
          <a:noFill/>
        </p:spPr>
        <p:txBody>
          <a:bodyPr wrap="square" rtlCol="0">
            <a:spAutoFit/>
          </a:bodyPr>
          <a:lstStyle/>
          <a:p>
            <a:pPr algn="ctr"/>
            <a:r>
              <a:rPr lang="en-US" sz="2800"/>
              <a:t>Revenue</a:t>
            </a:r>
          </a:p>
        </p:txBody>
      </p:sp>
      <p:pic>
        <p:nvPicPr>
          <p:cNvPr id="4098" name="Picture 2">
            <a:extLst>
              <a:ext uri="{FF2B5EF4-FFF2-40B4-BE49-F238E27FC236}">
                <a16:creationId xmlns:a16="http://schemas.microsoft.com/office/drawing/2014/main" id="{C4C7C3B2-A0BA-98EE-1E43-0EEB8FF887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7304" y="992654"/>
            <a:ext cx="8838711" cy="580292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38593DD-5F51-2E25-5817-AD3EF298CEF0}"/>
              </a:ext>
            </a:extLst>
          </p:cNvPr>
          <p:cNvPicPr>
            <a:picLocks noChangeAspect="1"/>
          </p:cNvPicPr>
          <p:nvPr/>
        </p:nvPicPr>
        <p:blipFill>
          <a:blip r:embed="rId3"/>
          <a:stretch>
            <a:fillRect/>
          </a:stretch>
        </p:blipFill>
        <p:spPr>
          <a:xfrm>
            <a:off x="-1" y="501678"/>
            <a:ext cx="2508738" cy="721344"/>
          </a:xfrm>
          <a:prstGeom prst="rect">
            <a:avLst/>
          </a:prstGeom>
          <a:ln>
            <a:solidFill>
              <a:schemeClr val="tx1"/>
            </a:solidFill>
          </a:ln>
        </p:spPr>
      </p:pic>
    </p:spTree>
    <p:extLst>
      <p:ext uri="{BB962C8B-B14F-4D97-AF65-F5344CB8AC3E}">
        <p14:creationId xmlns:p14="http://schemas.microsoft.com/office/powerpoint/2010/main" val="3919213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E14241-E361-2F04-3790-35ACE14AB599}"/>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78BA97E-2340-5CEA-24EA-820A4E9E84CB}"/>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4" name="TextBox 3">
            <a:extLst>
              <a:ext uri="{FF2B5EF4-FFF2-40B4-BE49-F238E27FC236}">
                <a16:creationId xmlns:a16="http://schemas.microsoft.com/office/drawing/2014/main" id="{97FFA023-5058-E20D-F94F-D46163726E90}"/>
              </a:ext>
            </a:extLst>
          </p:cNvPr>
          <p:cNvSpPr txBox="1"/>
          <p:nvPr/>
        </p:nvSpPr>
        <p:spPr>
          <a:xfrm>
            <a:off x="328247" y="2736502"/>
            <a:ext cx="1910862" cy="1384995"/>
          </a:xfrm>
          <a:prstGeom prst="rect">
            <a:avLst/>
          </a:prstGeom>
          <a:noFill/>
        </p:spPr>
        <p:txBody>
          <a:bodyPr wrap="square" rtlCol="0">
            <a:spAutoFit/>
          </a:bodyPr>
          <a:lstStyle/>
          <a:p>
            <a:pPr algn="ctr"/>
            <a:r>
              <a:rPr lang="en-US" sz="2800"/>
              <a:t>Top 5 Products by Revenue</a:t>
            </a:r>
          </a:p>
        </p:txBody>
      </p:sp>
      <p:pic>
        <p:nvPicPr>
          <p:cNvPr id="6" name="Picture 5">
            <a:extLst>
              <a:ext uri="{FF2B5EF4-FFF2-40B4-BE49-F238E27FC236}">
                <a16:creationId xmlns:a16="http://schemas.microsoft.com/office/drawing/2014/main" id="{4C4E9513-17D5-0FB5-E95F-13A61617B6ED}"/>
              </a:ext>
            </a:extLst>
          </p:cNvPr>
          <p:cNvPicPr>
            <a:picLocks noChangeAspect="1"/>
          </p:cNvPicPr>
          <p:nvPr/>
        </p:nvPicPr>
        <p:blipFill>
          <a:blip r:embed="rId3"/>
          <a:stretch>
            <a:fillRect/>
          </a:stretch>
        </p:blipFill>
        <p:spPr>
          <a:xfrm>
            <a:off x="3128240" y="256032"/>
            <a:ext cx="8350528" cy="3319100"/>
          </a:xfrm>
          <a:prstGeom prst="rect">
            <a:avLst/>
          </a:prstGeom>
        </p:spPr>
      </p:pic>
      <p:pic>
        <p:nvPicPr>
          <p:cNvPr id="8" name="Picture 7">
            <a:extLst>
              <a:ext uri="{FF2B5EF4-FFF2-40B4-BE49-F238E27FC236}">
                <a16:creationId xmlns:a16="http://schemas.microsoft.com/office/drawing/2014/main" id="{AB3DB907-2D32-E849-FF24-EA656B5BCCA4}"/>
              </a:ext>
            </a:extLst>
          </p:cNvPr>
          <p:cNvPicPr>
            <a:picLocks noChangeAspect="1"/>
          </p:cNvPicPr>
          <p:nvPr/>
        </p:nvPicPr>
        <p:blipFill>
          <a:blip r:embed="rId4"/>
          <a:stretch>
            <a:fillRect/>
          </a:stretch>
        </p:blipFill>
        <p:spPr>
          <a:xfrm>
            <a:off x="3128240" y="3655407"/>
            <a:ext cx="8350528" cy="2946561"/>
          </a:xfrm>
          <a:prstGeom prst="rect">
            <a:avLst/>
          </a:prstGeom>
        </p:spPr>
      </p:pic>
    </p:spTree>
    <p:extLst>
      <p:ext uri="{BB962C8B-B14F-4D97-AF65-F5344CB8AC3E}">
        <p14:creationId xmlns:p14="http://schemas.microsoft.com/office/powerpoint/2010/main" val="873407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D2B707-AF74-BB21-D318-D2254527615F}"/>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AA59B07-B2AA-05BB-C555-164D0D29A3DC}"/>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4" name="TextBox 3">
            <a:extLst>
              <a:ext uri="{FF2B5EF4-FFF2-40B4-BE49-F238E27FC236}">
                <a16:creationId xmlns:a16="http://schemas.microsoft.com/office/drawing/2014/main" id="{E6BEC6CD-78A3-34ED-39C2-5E760AC1DEB0}"/>
              </a:ext>
            </a:extLst>
          </p:cNvPr>
          <p:cNvSpPr txBox="1"/>
          <p:nvPr/>
        </p:nvSpPr>
        <p:spPr>
          <a:xfrm>
            <a:off x="293077" y="2526323"/>
            <a:ext cx="1910862" cy="3539430"/>
          </a:xfrm>
          <a:prstGeom prst="rect">
            <a:avLst/>
          </a:prstGeom>
          <a:noFill/>
        </p:spPr>
        <p:txBody>
          <a:bodyPr wrap="square" lIns="91440" tIns="45720" rIns="91440" bIns="45720" rtlCol="0" anchor="t">
            <a:spAutoFit/>
          </a:bodyPr>
          <a:lstStyle/>
          <a:p>
            <a:pPr algn="ctr"/>
            <a:r>
              <a:rPr lang="en-US" sz="2800"/>
              <a:t>New Users Vs Returning Users</a:t>
            </a:r>
          </a:p>
          <a:p>
            <a:pPr algn="ctr"/>
            <a:r>
              <a:rPr lang="en-US" sz="2800">
                <a:cs typeface="Calibri"/>
              </a:rPr>
              <a:t>and Distribution by age group</a:t>
            </a:r>
          </a:p>
        </p:txBody>
      </p:sp>
      <p:pic>
        <p:nvPicPr>
          <p:cNvPr id="10244" name="Picture 4">
            <a:extLst>
              <a:ext uri="{FF2B5EF4-FFF2-40B4-BE49-F238E27FC236}">
                <a16:creationId xmlns:a16="http://schemas.microsoft.com/office/drawing/2014/main" id="{3B3FB130-AA9A-4EC1-0F92-16C07FB64A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93" r="4332" b="50062"/>
          <a:stretch/>
        </p:blipFill>
        <p:spPr bwMode="auto">
          <a:xfrm>
            <a:off x="3463438" y="3681047"/>
            <a:ext cx="3356736" cy="2930769"/>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a:extLst>
              <a:ext uri="{FF2B5EF4-FFF2-40B4-BE49-F238E27FC236}">
                <a16:creationId xmlns:a16="http://schemas.microsoft.com/office/drawing/2014/main" id="{961DB656-1A9F-2D30-4B12-094F4B6306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547" r="6972" b="8718"/>
          <a:stretch/>
        </p:blipFill>
        <p:spPr bwMode="auto">
          <a:xfrm>
            <a:off x="7595092" y="3902792"/>
            <a:ext cx="3356736" cy="27090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descr="Chart, bar chart&#10;&#10;Description automatically generated">
            <a:extLst>
              <a:ext uri="{FF2B5EF4-FFF2-40B4-BE49-F238E27FC236}">
                <a16:creationId xmlns:a16="http://schemas.microsoft.com/office/drawing/2014/main" id="{E354AA9A-3136-3CA4-6057-DE24F22BBD95}"/>
              </a:ext>
            </a:extLst>
          </p:cNvPr>
          <p:cNvPicPr>
            <a:picLocks noChangeAspect="1"/>
          </p:cNvPicPr>
          <p:nvPr/>
        </p:nvPicPr>
        <p:blipFill>
          <a:blip r:embed="rId4"/>
          <a:stretch>
            <a:fillRect/>
          </a:stretch>
        </p:blipFill>
        <p:spPr>
          <a:xfrm>
            <a:off x="4905375" y="124214"/>
            <a:ext cx="4533900" cy="3552047"/>
          </a:xfrm>
          <a:prstGeom prst="rect">
            <a:avLst/>
          </a:prstGeom>
        </p:spPr>
      </p:pic>
    </p:spTree>
    <p:extLst>
      <p:ext uri="{BB962C8B-B14F-4D97-AF65-F5344CB8AC3E}">
        <p14:creationId xmlns:p14="http://schemas.microsoft.com/office/powerpoint/2010/main" val="301253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76041E-1B33-E96C-9614-2365F4790A98}"/>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09D26B1-283B-A827-1C6A-E1C4CBBAEEB2}"/>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5" name="TextBox 4">
            <a:extLst>
              <a:ext uri="{FF2B5EF4-FFF2-40B4-BE49-F238E27FC236}">
                <a16:creationId xmlns:a16="http://schemas.microsoft.com/office/drawing/2014/main" id="{ACF237D1-524E-D551-6819-E043E683ED2A}"/>
              </a:ext>
            </a:extLst>
          </p:cNvPr>
          <p:cNvSpPr txBox="1"/>
          <p:nvPr/>
        </p:nvSpPr>
        <p:spPr>
          <a:xfrm>
            <a:off x="181706" y="2880037"/>
            <a:ext cx="2145323" cy="2246769"/>
          </a:xfrm>
          <a:prstGeom prst="rect">
            <a:avLst/>
          </a:prstGeom>
          <a:noFill/>
        </p:spPr>
        <p:txBody>
          <a:bodyPr wrap="square" rtlCol="0">
            <a:spAutoFit/>
          </a:bodyPr>
          <a:lstStyle/>
          <a:p>
            <a:pPr algn="ctr"/>
            <a:r>
              <a:rPr lang="en-US" sz="2800"/>
              <a:t>Top 3 Countries with New Users Percentage </a:t>
            </a:r>
          </a:p>
        </p:txBody>
      </p:sp>
      <p:pic>
        <p:nvPicPr>
          <p:cNvPr id="11266" name="Picture 2">
            <a:extLst>
              <a:ext uri="{FF2B5EF4-FFF2-40B4-BE49-F238E27FC236}">
                <a16:creationId xmlns:a16="http://schemas.microsoft.com/office/drawing/2014/main" id="{798C128C-107B-E245-C1AC-1A436BA6D3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274" b="11623"/>
          <a:stretch/>
        </p:blipFill>
        <p:spPr bwMode="auto">
          <a:xfrm>
            <a:off x="2615620" y="1223022"/>
            <a:ext cx="9412257" cy="4703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430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EA59EF-C106-2957-923E-FEF193EFC388}"/>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3CDA4FE-12D6-186E-014A-96210F927403}"/>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4" name="TextBox 3">
            <a:extLst>
              <a:ext uri="{FF2B5EF4-FFF2-40B4-BE49-F238E27FC236}">
                <a16:creationId xmlns:a16="http://schemas.microsoft.com/office/drawing/2014/main" id="{8F71B5E8-CEEF-BC80-A9AB-296F6BF3D97A}"/>
              </a:ext>
            </a:extLst>
          </p:cNvPr>
          <p:cNvSpPr txBox="1"/>
          <p:nvPr/>
        </p:nvSpPr>
        <p:spPr>
          <a:xfrm>
            <a:off x="298937" y="2736501"/>
            <a:ext cx="1910862" cy="1384995"/>
          </a:xfrm>
          <a:prstGeom prst="rect">
            <a:avLst/>
          </a:prstGeom>
          <a:noFill/>
        </p:spPr>
        <p:txBody>
          <a:bodyPr wrap="square" rtlCol="0">
            <a:spAutoFit/>
          </a:bodyPr>
          <a:lstStyle/>
          <a:p>
            <a:pPr algn="ctr"/>
            <a:r>
              <a:rPr lang="en-US" sz="2800"/>
              <a:t>Goal Completion Trend</a:t>
            </a:r>
          </a:p>
        </p:txBody>
      </p:sp>
      <p:pic>
        <p:nvPicPr>
          <p:cNvPr id="9218" name="Picture 2">
            <a:extLst>
              <a:ext uri="{FF2B5EF4-FFF2-40B4-BE49-F238E27FC236}">
                <a16:creationId xmlns:a16="http://schemas.microsoft.com/office/drawing/2014/main" id="{1F1C7DBF-BD38-5DEF-4E54-4D236B211B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9469" y="1463184"/>
            <a:ext cx="9494315" cy="4103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606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EA59EF-C106-2957-923E-FEF193EFC388}"/>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3CDA4FE-12D6-186E-014A-96210F927403}"/>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4" name="TextBox 3">
            <a:extLst>
              <a:ext uri="{FF2B5EF4-FFF2-40B4-BE49-F238E27FC236}">
                <a16:creationId xmlns:a16="http://schemas.microsoft.com/office/drawing/2014/main" id="{8F71B5E8-CEEF-BC80-A9AB-296F6BF3D97A}"/>
              </a:ext>
            </a:extLst>
          </p:cNvPr>
          <p:cNvSpPr txBox="1"/>
          <p:nvPr/>
        </p:nvSpPr>
        <p:spPr>
          <a:xfrm>
            <a:off x="298937" y="3165126"/>
            <a:ext cx="1910862" cy="954107"/>
          </a:xfrm>
          <a:prstGeom prst="rect">
            <a:avLst/>
          </a:prstGeom>
          <a:noFill/>
        </p:spPr>
        <p:txBody>
          <a:bodyPr wrap="square" lIns="91440" tIns="45720" rIns="91440" bIns="45720" rtlCol="0" anchor="t">
            <a:spAutoFit/>
          </a:bodyPr>
          <a:lstStyle/>
          <a:p>
            <a:pPr algn="ctr"/>
            <a:r>
              <a:rPr lang="en-US" sz="2800">
                <a:cs typeface="Calibri"/>
              </a:rPr>
              <a:t>Channel Traffic</a:t>
            </a:r>
          </a:p>
        </p:txBody>
      </p:sp>
      <p:pic>
        <p:nvPicPr>
          <p:cNvPr id="5" name="Picture 5" descr="Table&#10;&#10;Description automatically generated">
            <a:extLst>
              <a:ext uri="{FF2B5EF4-FFF2-40B4-BE49-F238E27FC236}">
                <a16:creationId xmlns:a16="http://schemas.microsoft.com/office/drawing/2014/main" id="{4813F439-4A47-5CBE-3B17-8C663BB47D60}"/>
              </a:ext>
            </a:extLst>
          </p:cNvPr>
          <p:cNvPicPr>
            <a:picLocks noChangeAspect="1"/>
          </p:cNvPicPr>
          <p:nvPr/>
        </p:nvPicPr>
        <p:blipFill>
          <a:blip r:embed="rId3"/>
          <a:stretch>
            <a:fillRect/>
          </a:stretch>
        </p:blipFill>
        <p:spPr>
          <a:xfrm>
            <a:off x="2505076" y="1018638"/>
            <a:ext cx="9597536" cy="4811199"/>
          </a:xfrm>
          <a:prstGeom prst="rect">
            <a:avLst/>
          </a:prstGeom>
        </p:spPr>
      </p:pic>
    </p:spTree>
    <p:extLst>
      <p:ext uri="{BB962C8B-B14F-4D97-AF65-F5344CB8AC3E}">
        <p14:creationId xmlns:p14="http://schemas.microsoft.com/office/powerpoint/2010/main" val="2782628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A0974F-A810-9193-A503-43BBB59F16E4}"/>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0699209-9CC2-F14E-1EBC-E79A46C33B5B}"/>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4" name="TextBox 3">
            <a:extLst>
              <a:ext uri="{FF2B5EF4-FFF2-40B4-BE49-F238E27FC236}">
                <a16:creationId xmlns:a16="http://schemas.microsoft.com/office/drawing/2014/main" id="{A9064BBB-5543-4309-BF90-478BE2341AF2}"/>
              </a:ext>
            </a:extLst>
          </p:cNvPr>
          <p:cNvSpPr txBox="1"/>
          <p:nvPr/>
        </p:nvSpPr>
        <p:spPr>
          <a:xfrm>
            <a:off x="492368" y="3167389"/>
            <a:ext cx="1524000" cy="523220"/>
          </a:xfrm>
          <a:prstGeom prst="rect">
            <a:avLst/>
          </a:prstGeom>
          <a:noFill/>
        </p:spPr>
        <p:txBody>
          <a:bodyPr wrap="square" rtlCol="0">
            <a:spAutoFit/>
          </a:bodyPr>
          <a:lstStyle/>
          <a:p>
            <a:pPr algn="ctr"/>
            <a:r>
              <a:rPr lang="en-US" sz="2800"/>
              <a:t>Insights</a:t>
            </a:r>
          </a:p>
        </p:txBody>
      </p:sp>
      <p:sp>
        <p:nvSpPr>
          <p:cNvPr id="5" name="TextBox 4">
            <a:extLst>
              <a:ext uri="{FF2B5EF4-FFF2-40B4-BE49-F238E27FC236}">
                <a16:creationId xmlns:a16="http://schemas.microsoft.com/office/drawing/2014/main" id="{BAC31A07-02F6-4F91-603C-D08FE0076F2F}"/>
              </a:ext>
            </a:extLst>
          </p:cNvPr>
          <p:cNvSpPr txBox="1"/>
          <p:nvPr/>
        </p:nvSpPr>
        <p:spPr>
          <a:xfrm>
            <a:off x="2721420" y="874453"/>
            <a:ext cx="7344102"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panose="05000000000000000000" pitchFamily="2" charset="2"/>
              <a:buChar char="§"/>
            </a:pPr>
            <a:r>
              <a:rPr lang="en-US">
                <a:cs typeface="Calibri"/>
              </a:rPr>
              <a:t>Revenue generated in 2020 is much lower than revenue generated in 2019 probably as sale and promotions in 2020 did not work as expected.</a:t>
            </a:r>
            <a:endParaRPr lang="en-US"/>
          </a:p>
          <a:p>
            <a:pPr marL="285750" indent="-285750" algn="just">
              <a:buFont typeface="Wingdings" panose="05000000000000000000" pitchFamily="2" charset="2"/>
              <a:buChar char="§"/>
            </a:pPr>
            <a:endParaRPr lang="en-US">
              <a:ea typeface="Calibri" panose="020F0502020204030204"/>
              <a:cs typeface="Calibri"/>
            </a:endParaRPr>
          </a:p>
          <a:p>
            <a:pPr marL="285750" indent="-285750" algn="just">
              <a:buFont typeface="Wingdings" panose="05000000000000000000" pitchFamily="2" charset="2"/>
              <a:buChar char="§"/>
            </a:pPr>
            <a:r>
              <a:rPr lang="en-US">
                <a:cs typeface="Calibri"/>
              </a:rPr>
              <a:t>The reductions in the sales and revenue could be because of COVID 19 Pandemic.</a:t>
            </a:r>
            <a:endParaRPr lang="en-US">
              <a:ea typeface="Calibri"/>
              <a:cs typeface="Calibri"/>
            </a:endParaRPr>
          </a:p>
          <a:p>
            <a:pPr marL="285750" indent="-285750" algn="just">
              <a:buFont typeface="Wingdings" panose="05000000000000000000" pitchFamily="2" charset="2"/>
              <a:buChar char="§"/>
            </a:pPr>
            <a:endParaRPr lang="en-US">
              <a:ea typeface="Calibri"/>
              <a:cs typeface="Calibri"/>
            </a:endParaRPr>
          </a:p>
          <a:p>
            <a:pPr marL="285750" indent="-285750" algn="just">
              <a:buFont typeface="Wingdings" panose="05000000000000000000" pitchFamily="2" charset="2"/>
              <a:buChar char="§"/>
            </a:pPr>
            <a:r>
              <a:rPr lang="en-US">
                <a:cs typeface="Calibri"/>
              </a:rPr>
              <a:t>Though there is a decrease in Revenue, there is a significant increase in AOV.</a:t>
            </a:r>
            <a:endParaRPr lang="en-US">
              <a:ea typeface="Calibri"/>
              <a:cs typeface="Calibri"/>
            </a:endParaRPr>
          </a:p>
          <a:p>
            <a:pPr marL="285750" indent="-285750" algn="just">
              <a:buFont typeface="Wingdings" panose="05000000000000000000" pitchFamily="2" charset="2"/>
              <a:buChar char="§"/>
            </a:pPr>
            <a:endParaRPr lang="en-US">
              <a:ea typeface="Calibri"/>
              <a:cs typeface="Calibri"/>
            </a:endParaRPr>
          </a:p>
          <a:p>
            <a:pPr marL="285750" indent="-285750" algn="just">
              <a:buFont typeface="Wingdings" panose="05000000000000000000" pitchFamily="2" charset="2"/>
              <a:buChar char="§"/>
            </a:pPr>
            <a:r>
              <a:rPr lang="en-US">
                <a:ea typeface="Calibri"/>
                <a:cs typeface="Calibri"/>
              </a:rPr>
              <a:t>Product "Zip Hoodie F/C" is the product which generated the most revenue as compared to others.</a:t>
            </a:r>
          </a:p>
          <a:p>
            <a:pPr marL="285750" indent="-285750" algn="just">
              <a:buFont typeface="Wingdings" panose="05000000000000000000" pitchFamily="2" charset="2"/>
              <a:buChar char="§"/>
            </a:pPr>
            <a:endParaRPr lang="en-US">
              <a:ea typeface="Calibri"/>
              <a:cs typeface="Calibri"/>
            </a:endParaRPr>
          </a:p>
          <a:p>
            <a:pPr marL="285750" indent="-285750" algn="just">
              <a:buFont typeface="Wingdings" panose="05000000000000000000" pitchFamily="2" charset="2"/>
              <a:buChar char="§"/>
            </a:pPr>
            <a:r>
              <a:rPr lang="en-US">
                <a:ea typeface="Calibri"/>
                <a:cs typeface="Calibri"/>
              </a:rPr>
              <a:t>Mostly people in between age group 25 to 35 tends to shop from Macy's a lot . </a:t>
            </a:r>
          </a:p>
          <a:p>
            <a:pPr marL="285750" indent="-285750" algn="just">
              <a:buFont typeface="Wingdings" panose="05000000000000000000" pitchFamily="2" charset="2"/>
              <a:buChar char="§"/>
            </a:pPr>
            <a:endParaRPr lang="en-US">
              <a:ea typeface="Calibri"/>
              <a:cs typeface="Calibri"/>
            </a:endParaRPr>
          </a:p>
          <a:p>
            <a:pPr marL="285750" indent="-285750" algn="just">
              <a:buFont typeface="Wingdings" panose="05000000000000000000" pitchFamily="2" charset="2"/>
              <a:buChar char="§"/>
            </a:pPr>
            <a:r>
              <a:rPr lang="en-US">
                <a:ea typeface="Calibri"/>
                <a:cs typeface="Calibri"/>
              </a:rPr>
              <a:t>47% of users are from USA. Second ranking country with respect to users buying is India and the third country is Canada with almost 4.32% users.</a:t>
            </a:r>
          </a:p>
          <a:p>
            <a:pPr marL="285750" indent="-285750" algn="just">
              <a:buFont typeface="Wingdings" panose="05000000000000000000" pitchFamily="2" charset="2"/>
              <a:buChar char="§"/>
            </a:pPr>
            <a:endParaRPr lang="en-US">
              <a:ea typeface="Calibri"/>
              <a:cs typeface="Calibri"/>
            </a:endParaRPr>
          </a:p>
          <a:p>
            <a:pPr marL="285750" indent="-285750" algn="just">
              <a:buFont typeface="Wingdings" panose="05000000000000000000" pitchFamily="2" charset="2"/>
              <a:buChar char="§"/>
            </a:pPr>
            <a:r>
              <a:rPr lang="en-US">
                <a:ea typeface="Calibri"/>
                <a:cs typeface="Calibri"/>
              </a:rPr>
              <a:t>The goal conversion rate is quite good for the year 2020 than the year 2019. The rate is 14.53%.</a:t>
            </a:r>
          </a:p>
        </p:txBody>
      </p:sp>
      <p:pic>
        <p:nvPicPr>
          <p:cNvPr id="6" name="Picture 6" descr="A picture containing text, light&#10;&#10;Description automatically generated">
            <a:extLst>
              <a:ext uri="{FF2B5EF4-FFF2-40B4-BE49-F238E27FC236}">
                <a16:creationId xmlns:a16="http://schemas.microsoft.com/office/drawing/2014/main" id="{F8E8177B-A658-2418-D419-91157B70F24D}"/>
              </a:ext>
            </a:extLst>
          </p:cNvPr>
          <p:cNvPicPr>
            <a:picLocks noChangeAspect="1"/>
          </p:cNvPicPr>
          <p:nvPr/>
        </p:nvPicPr>
        <p:blipFill>
          <a:blip r:embed="rId3"/>
          <a:stretch>
            <a:fillRect/>
          </a:stretch>
        </p:blipFill>
        <p:spPr>
          <a:xfrm>
            <a:off x="9862038" y="1113692"/>
            <a:ext cx="2286000" cy="1714500"/>
          </a:xfrm>
          <a:prstGeom prst="rect">
            <a:avLst/>
          </a:prstGeom>
        </p:spPr>
      </p:pic>
      <p:pic>
        <p:nvPicPr>
          <p:cNvPr id="7" name="Picture 7">
            <a:extLst>
              <a:ext uri="{FF2B5EF4-FFF2-40B4-BE49-F238E27FC236}">
                <a16:creationId xmlns:a16="http://schemas.microsoft.com/office/drawing/2014/main" id="{D39F256D-DF85-7C0F-7DE6-75765AE3A5BE}"/>
              </a:ext>
            </a:extLst>
          </p:cNvPr>
          <p:cNvPicPr>
            <a:picLocks noChangeAspect="1"/>
          </p:cNvPicPr>
          <p:nvPr/>
        </p:nvPicPr>
        <p:blipFill>
          <a:blip r:embed="rId4"/>
          <a:stretch>
            <a:fillRect/>
          </a:stretch>
        </p:blipFill>
        <p:spPr>
          <a:xfrm>
            <a:off x="10278207" y="3828517"/>
            <a:ext cx="1732085" cy="1926581"/>
          </a:xfrm>
          <a:prstGeom prst="rect">
            <a:avLst/>
          </a:prstGeom>
        </p:spPr>
      </p:pic>
    </p:spTree>
    <p:extLst>
      <p:ext uri="{BB962C8B-B14F-4D97-AF65-F5344CB8AC3E}">
        <p14:creationId xmlns:p14="http://schemas.microsoft.com/office/powerpoint/2010/main" val="4077839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79FD90-CA41-B71B-BBE5-EE0C883C627B}"/>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A0FAD6C-6A80-FAD0-3635-6E24DC429FAB}"/>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4" name="TextBox 3">
            <a:extLst>
              <a:ext uri="{FF2B5EF4-FFF2-40B4-BE49-F238E27FC236}">
                <a16:creationId xmlns:a16="http://schemas.microsoft.com/office/drawing/2014/main" id="{534E6304-2545-7F20-843D-12F1702B43A8}"/>
              </a:ext>
            </a:extLst>
          </p:cNvPr>
          <p:cNvSpPr txBox="1"/>
          <p:nvPr/>
        </p:nvSpPr>
        <p:spPr>
          <a:xfrm>
            <a:off x="-1" y="2998112"/>
            <a:ext cx="2508736" cy="861774"/>
          </a:xfrm>
          <a:prstGeom prst="rect">
            <a:avLst/>
          </a:prstGeom>
          <a:noFill/>
        </p:spPr>
        <p:txBody>
          <a:bodyPr wrap="square" rtlCol="0">
            <a:spAutoFit/>
          </a:bodyPr>
          <a:lstStyle/>
          <a:p>
            <a:pPr algn="ctr"/>
            <a:r>
              <a:rPr lang="en-US" sz="2500"/>
              <a:t>Our Recommendation</a:t>
            </a:r>
          </a:p>
        </p:txBody>
      </p:sp>
      <p:sp>
        <p:nvSpPr>
          <p:cNvPr id="5" name="TextBox 4">
            <a:extLst>
              <a:ext uri="{FF2B5EF4-FFF2-40B4-BE49-F238E27FC236}">
                <a16:creationId xmlns:a16="http://schemas.microsoft.com/office/drawing/2014/main" id="{4E655AB0-A869-9D1A-1BDB-657BDBE8FF8E}"/>
              </a:ext>
            </a:extLst>
          </p:cNvPr>
          <p:cNvSpPr txBox="1"/>
          <p:nvPr/>
        </p:nvSpPr>
        <p:spPr>
          <a:xfrm>
            <a:off x="3036276" y="599596"/>
            <a:ext cx="8616461" cy="5355312"/>
          </a:xfrm>
          <a:prstGeom prst="rect">
            <a:avLst/>
          </a:prstGeom>
          <a:noFill/>
        </p:spPr>
        <p:txBody>
          <a:bodyPr wrap="square" lIns="91440" tIns="45720" rIns="91440" bIns="45720" rtlCol="0" anchor="t">
            <a:spAutoFit/>
          </a:bodyPr>
          <a:lstStyle/>
          <a:p>
            <a:pPr marL="285750" indent="-285750" algn="just" rtl="0" fontAlgn="base">
              <a:spcBef>
                <a:spcPts val="1000"/>
              </a:spcBef>
              <a:spcAft>
                <a:spcPts val="0"/>
              </a:spcAft>
              <a:buFont typeface="Wingdings" pitchFamily="2" charset="2"/>
              <a:buChar char="§"/>
            </a:pPr>
            <a:r>
              <a:rPr lang="en-US">
                <a:cs typeface="Calibri"/>
              </a:rPr>
              <a:t>Macy should focus more on customer satisfaction using customer surveys/feedbacks as the number of returning users are decreasing.</a:t>
            </a:r>
          </a:p>
          <a:p>
            <a:pPr marL="285750" indent="-285750" algn="just" rtl="0" fontAlgn="base">
              <a:spcBef>
                <a:spcPts val="0"/>
              </a:spcBef>
              <a:spcAft>
                <a:spcPts val="0"/>
              </a:spcAft>
              <a:buFont typeface="Wingdings" pitchFamily="2" charset="2"/>
              <a:buChar char="§"/>
            </a:pPr>
            <a:endParaRPr lang="en-US">
              <a:cs typeface="Calibri"/>
            </a:endParaRPr>
          </a:p>
          <a:p>
            <a:pPr marL="285750" indent="-285750" algn="just" fontAlgn="base">
              <a:buFont typeface="Wingdings" pitchFamily="2" charset="2"/>
              <a:buChar char="§"/>
            </a:pPr>
            <a:r>
              <a:rPr lang="en-US">
                <a:cs typeface="Calibri"/>
              </a:rPr>
              <a:t>Company should work more on improving the performance of mobile application and website design in order to drive customers to next page.</a:t>
            </a:r>
            <a:endParaRPr lang="en-US">
              <a:ea typeface="Calibri"/>
              <a:cs typeface="Calibri"/>
            </a:endParaRPr>
          </a:p>
          <a:p>
            <a:pPr marL="285750" indent="-285750" algn="just" rtl="0" fontAlgn="base">
              <a:spcBef>
                <a:spcPts val="0"/>
              </a:spcBef>
              <a:spcAft>
                <a:spcPts val="0"/>
              </a:spcAft>
              <a:buFont typeface="Wingdings" pitchFamily="2" charset="2"/>
              <a:buChar char="§"/>
            </a:pPr>
            <a:endParaRPr lang="en-US">
              <a:cs typeface="Calibri"/>
            </a:endParaRPr>
          </a:p>
          <a:p>
            <a:pPr marL="285750" indent="-285750" algn="just" rtl="0" fontAlgn="base">
              <a:spcBef>
                <a:spcPts val="0"/>
              </a:spcBef>
              <a:spcAft>
                <a:spcPts val="0"/>
              </a:spcAft>
              <a:buFont typeface="Wingdings" pitchFamily="2" charset="2"/>
              <a:buChar char="§"/>
            </a:pPr>
            <a:r>
              <a:rPr lang="en-US">
                <a:cs typeface="Calibri"/>
              </a:rPr>
              <a:t>Bonus/ Credit points can be given to all the customers for their purchase and for posting a review which can help in customer retention.</a:t>
            </a:r>
            <a:endParaRPr lang="en-US">
              <a:ea typeface="Calibri"/>
              <a:cs typeface="Calibri"/>
            </a:endParaRPr>
          </a:p>
          <a:p>
            <a:pPr marL="285750" indent="-285750" algn="just" rtl="0" fontAlgn="base">
              <a:spcBef>
                <a:spcPts val="0"/>
              </a:spcBef>
              <a:spcAft>
                <a:spcPts val="0"/>
              </a:spcAft>
              <a:buFont typeface="Wingdings" pitchFamily="2" charset="2"/>
              <a:buChar char="§"/>
            </a:pPr>
            <a:endParaRPr lang="en-US">
              <a:cs typeface="Calibri"/>
            </a:endParaRPr>
          </a:p>
          <a:p>
            <a:pPr marL="285750" indent="-285750" algn="just" rtl="0" fontAlgn="base">
              <a:spcBef>
                <a:spcPts val="0"/>
              </a:spcBef>
              <a:spcAft>
                <a:spcPts val="0"/>
              </a:spcAft>
              <a:buFont typeface="Wingdings" pitchFamily="2" charset="2"/>
              <a:buChar char="§"/>
            </a:pPr>
            <a:r>
              <a:rPr lang="en-US">
                <a:cs typeface="Calibri"/>
              </a:rPr>
              <a:t>From the AOV we can find that the marketing team could improve the campaign products plus some target promotion to help with increasing the revenue.</a:t>
            </a:r>
            <a:endParaRPr lang="en-US">
              <a:ea typeface="Calibri"/>
              <a:cs typeface="Calibri"/>
            </a:endParaRPr>
          </a:p>
          <a:p>
            <a:pPr marL="285750" indent="-285750" algn="just" rtl="0" fontAlgn="base">
              <a:spcBef>
                <a:spcPts val="0"/>
              </a:spcBef>
              <a:spcAft>
                <a:spcPts val="0"/>
              </a:spcAft>
              <a:buFont typeface="Wingdings" pitchFamily="2" charset="2"/>
              <a:buChar char="§"/>
            </a:pPr>
            <a:endParaRPr lang="en-US">
              <a:cs typeface="Calibri"/>
            </a:endParaRPr>
          </a:p>
          <a:p>
            <a:pPr marL="285750" indent="-285750" algn="just" fontAlgn="base">
              <a:buFont typeface="Wingdings" pitchFamily="2" charset="2"/>
              <a:buChar char="§"/>
            </a:pPr>
            <a:r>
              <a:rPr lang="en-US">
                <a:cs typeface="Calibri"/>
              </a:rPr>
              <a:t>The company could focus on recruiting new customers, cause the Revenue from new users, has significantly dropped since 2019.  </a:t>
            </a:r>
            <a:endParaRPr lang="en-US">
              <a:ea typeface="Calibri"/>
              <a:cs typeface="Calibri"/>
            </a:endParaRPr>
          </a:p>
          <a:p>
            <a:pPr marL="285750" indent="-285750" algn="just" fontAlgn="base">
              <a:buFont typeface="Wingdings" pitchFamily="2" charset="2"/>
              <a:buChar char="§"/>
            </a:pPr>
            <a:endParaRPr lang="en-US">
              <a:cs typeface="Calibri"/>
            </a:endParaRPr>
          </a:p>
          <a:p>
            <a:pPr marL="285750" indent="-285750" algn="just" rtl="0" fontAlgn="base">
              <a:spcBef>
                <a:spcPts val="0"/>
              </a:spcBef>
              <a:spcAft>
                <a:spcPts val="0"/>
              </a:spcAft>
              <a:buFont typeface="Wingdings" pitchFamily="2" charset="2"/>
              <a:buChar char="§"/>
            </a:pPr>
            <a:r>
              <a:rPr lang="en-US">
                <a:cs typeface="Calibri"/>
              </a:rPr>
              <a:t>It is always recommended that the bounce rate should be as low as possible. And thus, to decrease the bounce rate, Macy can create attractive layouts and user interface for the application  and website which would make customer dive into other pages to make a purchase.</a:t>
            </a:r>
            <a:endParaRPr lang="en-US">
              <a:ea typeface="Calibri"/>
              <a:cs typeface="Calibri"/>
            </a:endParaRPr>
          </a:p>
        </p:txBody>
      </p:sp>
    </p:spTree>
    <p:extLst>
      <p:ext uri="{BB962C8B-B14F-4D97-AF65-F5344CB8AC3E}">
        <p14:creationId xmlns:p14="http://schemas.microsoft.com/office/powerpoint/2010/main" val="1020409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8B3B1D-376F-DCE3-B6E2-DDA6A048BA30}"/>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08FFC61-3D14-369D-564F-965CC28F37F4}"/>
              </a:ext>
            </a:extLst>
          </p:cNvPr>
          <p:cNvPicPr>
            <a:picLocks noChangeAspect="1"/>
          </p:cNvPicPr>
          <p:nvPr/>
        </p:nvPicPr>
        <p:blipFill>
          <a:blip r:embed="rId2"/>
          <a:stretch>
            <a:fillRect/>
          </a:stretch>
        </p:blipFill>
        <p:spPr>
          <a:xfrm>
            <a:off x="-1" y="501678"/>
            <a:ext cx="2508738" cy="721344"/>
          </a:xfrm>
          <a:prstGeom prst="rect">
            <a:avLst/>
          </a:prstGeom>
          <a:ln>
            <a:solidFill>
              <a:schemeClr val="tx1"/>
            </a:solidFill>
          </a:ln>
        </p:spPr>
      </p:pic>
      <p:sp>
        <p:nvSpPr>
          <p:cNvPr id="4" name="TextBox 3">
            <a:extLst>
              <a:ext uri="{FF2B5EF4-FFF2-40B4-BE49-F238E27FC236}">
                <a16:creationId xmlns:a16="http://schemas.microsoft.com/office/drawing/2014/main" id="{84CB4752-E912-F62E-0EA7-1C8CB771DD62}"/>
              </a:ext>
            </a:extLst>
          </p:cNvPr>
          <p:cNvSpPr txBox="1"/>
          <p:nvPr/>
        </p:nvSpPr>
        <p:spPr>
          <a:xfrm>
            <a:off x="339968" y="3167389"/>
            <a:ext cx="1828800" cy="523220"/>
          </a:xfrm>
          <a:prstGeom prst="rect">
            <a:avLst/>
          </a:prstGeom>
          <a:noFill/>
        </p:spPr>
        <p:txBody>
          <a:bodyPr wrap="square" rtlCol="0">
            <a:spAutoFit/>
          </a:bodyPr>
          <a:lstStyle/>
          <a:p>
            <a:r>
              <a:rPr lang="en-US" sz="2800"/>
              <a:t>Conclusion</a:t>
            </a:r>
          </a:p>
        </p:txBody>
      </p:sp>
      <p:sp>
        <p:nvSpPr>
          <p:cNvPr id="6" name="Text Placeholder 5">
            <a:extLst>
              <a:ext uri="{FF2B5EF4-FFF2-40B4-BE49-F238E27FC236}">
                <a16:creationId xmlns:a16="http://schemas.microsoft.com/office/drawing/2014/main" id="{8D493BF3-AF76-F042-025B-90E0BB134660}"/>
              </a:ext>
            </a:extLst>
          </p:cNvPr>
          <p:cNvSpPr>
            <a:spLocks noGrp="1"/>
          </p:cNvSpPr>
          <p:nvPr>
            <p:ph type="body" idx="1"/>
          </p:nvPr>
        </p:nvSpPr>
        <p:spPr>
          <a:xfrm>
            <a:off x="2811298" y="805739"/>
            <a:ext cx="8387256" cy="5721842"/>
          </a:xfrm>
        </p:spPr>
        <p:txBody>
          <a:bodyPr vert="horz" lIns="91440" tIns="45720" rIns="91440" bIns="45720" rtlCol="0" anchor="t">
            <a:noAutofit/>
          </a:bodyPr>
          <a:lstStyle/>
          <a:p>
            <a:r>
              <a:rPr lang="en-US" sz="1800">
                <a:solidFill>
                  <a:schemeClr val="tx1"/>
                </a:solidFill>
                <a:latin typeface="Century Gothic"/>
                <a:ea typeface="+mn-lt"/>
                <a:cs typeface="+mn-lt"/>
              </a:rPr>
              <a:t>   </a:t>
            </a:r>
            <a:r>
              <a:rPr lang="en-US" sz="1800">
                <a:solidFill>
                  <a:schemeClr val="tx1"/>
                </a:solidFill>
                <a:cs typeface="Calibri"/>
              </a:rPr>
              <a:t>In summary, </a:t>
            </a:r>
          </a:p>
          <a:p>
            <a:pPr marL="171450" indent="-171450">
              <a:buChar char="•"/>
            </a:pPr>
            <a:r>
              <a:rPr lang="en-US" sz="1800">
                <a:solidFill>
                  <a:schemeClr val="tx1"/>
                </a:solidFill>
                <a:cs typeface="Calibri"/>
              </a:rPr>
              <a:t>Overall, Macy's existing users, new user sessions, and the number of sessions per user have decreased, whereas pageviews, page/session, average session duration, and bounce rate have increased  from Oct 2019 to Oct 2020 </a:t>
            </a:r>
            <a:endParaRPr lang="en-US" sz="1800">
              <a:solidFill>
                <a:schemeClr val="tx1"/>
              </a:solidFill>
              <a:ea typeface="Calibri"/>
              <a:cs typeface="Calibri"/>
            </a:endParaRPr>
          </a:p>
          <a:p>
            <a:pPr marL="171450" indent="-171450">
              <a:buChar char="•"/>
            </a:pPr>
            <a:r>
              <a:rPr lang="en-US" sz="1800">
                <a:solidFill>
                  <a:schemeClr val="tx1"/>
                </a:solidFill>
                <a:cs typeface="Calibri"/>
              </a:rPr>
              <a:t>Progress in terms of a higher Average order value and new users percentage can be seen in the graphs above. Macy's needs to find a way to retain existing customers and introduce additional new users. </a:t>
            </a:r>
            <a:endParaRPr lang="en-US" sz="1800">
              <a:solidFill>
                <a:schemeClr val="tx1"/>
              </a:solidFill>
              <a:ea typeface="Calibri"/>
              <a:cs typeface="Calibri"/>
            </a:endParaRPr>
          </a:p>
          <a:p>
            <a:pPr marL="171450" indent="-171450">
              <a:buChar char="•"/>
            </a:pPr>
            <a:r>
              <a:rPr lang="en-US" sz="1800">
                <a:solidFill>
                  <a:schemeClr val="tx1"/>
                </a:solidFill>
                <a:cs typeface="Calibri"/>
              </a:rPr>
              <a:t>In terms of top products, revenue has increased; namely, the google zip hoodie F/c, google clear framed gray shades, google F/c long sleeve ash, google heather green speckled tee and google perk thermal tumbler. Overall marketing for these products should remain constant, along with increased marketing for other products. </a:t>
            </a:r>
            <a:endParaRPr lang="en-US" sz="1800">
              <a:solidFill>
                <a:schemeClr val="tx1"/>
              </a:solidFill>
              <a:ea typeface="Calibri"/>
              <a:cs typeface="Calibri"/>
            </a:endParaRPr>
          </a:p>
          <a:p>
            <a:pPr marL="171450" indent="-171450">
              <a:buChar char="•"/>
            </a:pPr>
            <a:r>
              <a:rPr lang="en-US" sz="1800">
                <a:solidFill>
                  <a:schemeClr val="tx1"/>
                </a:solidFill>
                <a:highlight>
                  <a:srgbClr val="FFFF00"/>
                </a:highlight>
                <a:cs typeface="Calibri"/>
              </a:rPr>
              <a:t>The United States, Canada, and the united kingdom have decreased revenue compared to Australia and Puerto Rico. </a:t>
            </a:r>
            <a:endParaRPr lang="en-US" sz="1800">
              <a:solidFill>
                <a:schemeClr val="tx1"/>
              </a:solidFill>
              <a:highlight>
                <a:srgbClr val="FFFF00"/>
              </a:highlight>
              <a:ea typeface="Calibri"/>
              <a:cs typeface="Calibri"/>
            </a:endParaRPr>
          </a:p>
          <a:p>
            <a:pPr marL="171450" indent="-171450">
              <a:buChar char="•"/>
            </a:pPr>
            <a:r>
              <a:rPr lang="en-US" sz="1800">
                <a:solidFill>
                  <a:schemeClr val="tx1"/>
                </a:solidFill>
                <a:cs typeface="Calibri"/>
              </a:rPr>
              <a:t>Improvement in total abandonment rate, purchase completed, registrations, and entered checkout is required. </a:t>
            </a:r>
            <a:endParaRPr lang="en-US" sz="1800">
              <a:solidFill>
                <a:schemeClr val="tx1"/>
              </a:solidFill>
              <a:ea typeface="Calibri"/>
              <a:cs typeface="Calibri"/>
            </a:endParaRPr>
          </a:p>
          <a:p>
            <a:pPr marL="171450" indent="-171450">
              <a:buChar char="•"/>
            </a:pPr>
            <a:r>
              <a:rPr lang="en-US" sz="1800">
                <a:solidFill>
                  <a:schemeClr val="tx1"/>
                </a:solidFill>
                <a:cs typeface="Calibri"/>
              </a:rPr>
              <a:t>Revenue from marketing campaigns and internal promotions is decreasing; a change in the strategy is recommended.</a:t>
            </a:r>
            <a:endParaRPr lang="en-US" sz="1800">
              <a:solidFill>
                <a:schemeClr val="tx1"/>
              </a:solidFill>
              <a:ea typeface="Calibri"/>
              <a:cs typeface="Calibri"/>
            </a:endParaRPr>
          </a:p>
        </p:txBody>
      </p:sp>
    </p:spTree>
    <p:extLst>
      <p:ext uri="{BB962C8B-B14F-4D97-AF65-F5344CB8AC3E}">
        <p14:creationId xmlns:p14="http://schemas.microsoft.com/office/powerpoint/2010/main" val="1357597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4C0B37-2F5F-135A-09E5-F46EBF0930AA}"/>
              </a:ext>
            </a:extLst>
          </p:cNvPr>
          <p:cNvSpPr/>
          <p:nvPr/>
        </p:nvSpPr>
        <p:spPr>
          <a:xfrm>
            <a:off x="0" y="-1"/>
            <a:ext cx="2508738" cy="6858001"/>
          </a:xfrm>
          <a:prstGeom prst="rect">
            <a:avLst/>
          </a:prstGeom>
          <a:solidFill>
            <a:srgbClr val="EF31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text, clipart&#10;&#10;Description automatically generated">
            <a:extLst>
              <a:ext uri="{FF2B5EF4-FFF2-40B4-BE49-F238E27FC236}">
                <a16:creationId xmlns:a16="http://schemas.microsoft.com/office/drawing/2014/main" id="{71829BBD-A9D0-6380-A44C-11DBF382CD4F}"/>
              </a:ext>
            </a:extLst>
          </p:cNvPr>
          <p:cNvPicPr>
            <a:picLocks noChangeAspect="1"/>
          </p:cNvPicPr>
          <p:nvPr/>
        </p:nvPicPr>
        <p:blipFill>
          <a:blip r:embed="rId2"/>
          <a:stretch>
            <a:fillRect/>
          </a:stretch>
        </p:blipFill>
        <p:spPr>
          <a:xfrm>
            <a:off x="-1" y="5352101"/>
            <a:ext cx="2508738" cy="721344"/>
          </a:xfrm>
          <a:prstGeom prst="rect">
            <a:avLst/>
          </a:prstGeom>
          <a:ln>
            <a:solidFill>
              <a:schemeClr val="tx1"/>
            </a:solidFill>
          </a:ln>
        </p:spPr>
      </p:pic>
      <p:pic>
        <p:nvPicPr>
          <p:cNvPr id="6" name="Picture 6" descr="A picture containing text&#10;&#10;Description automatically generated">
            <a:extLst>
              <a:ext uri="{FF2B5EF4-FFF2-40B4-BE49-F238E27FC236}">
                <a16:creationId xmlns:a16="http://schemas.microsoft.com/office/drawing/2014/main" id="{C891A856-1DD4-1302-E9DB-451D65A8D8FA}"/>
              </a:ext>
            </a:extLst>
          </p:cNvPr>
          <p:cNvPicPr>
            <a:picLocks noChangeAspect="1"/>
          </p:cNvPicPr>
          <p:nvPr/>
        </p:nvPicPr>
        <p:blipFill>
          <a:blip r:embed="rId3"/>
          <a:stretch>
            <a:fillRect/>
          </a:stretch>
        </p:blipFill>
        <p:spPr>
          <a:xfrm>
            <a:off x="2562959" y="84667"/>
            <a:ext cx="9564564" cy="4710397"/>
          </a:xfrm>
          <a:prstGeom prst="rect">
            <a:avLst/>
          </a:prstGeom>
        </p:spPr>
      </p:pic>
    </p:spTree>
    <p:extLst>
      <p:ext uri="{BB962C8B-B14F-4D97-AF65-F5344CB8AC3E}">
        <p14:creationId xmlns:p14="http://schemas.microsoft.com/office/powerpoint/2010/main" val="1693277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1303</Words>
  <Application>Microsoft Office PowerPoint</Application>
  <PresentationFormat>Widescreen</PresentationFormat>
  <Paragraphs>96</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Century Gothic</vt:lpstr>
      <vt:lpstr>Noto Sans Symbols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More, Rajnandini Y</dc:creator>
  <cp:lastModifiedBy>Charulata Ranbhare</cp:lastModifiedBy>
  <cp:revision>2</cp:revision>
  <dcterms:created xsi:type="dcterms:W3CDTF">2022-11-20T20:09:46Z</dcterms:created>
  <dcterms:modified xsi:type="dcterms:W3CDTF">2026-07-16T05:41:35Z</dcterms:modified>
</cp:coreProperties>
</file>